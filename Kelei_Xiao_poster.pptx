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57" r:id="rId5"/>
  </p:sldIdLst>
  <p:sldSz cx="43559413" cy="246602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767" userDrawn="1">
          <p15:clr>
            <a:srgbClr val="A4A3A4"/>
          </p15:clr>
        </p15:guide>
        <p15:guide id="2" pos="1372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2C77BD-6362-89B5-ACBF-69171DFCD3CD}" name="Jiya Shah" initials="JS" userId="S::jiya.shah@alumni.utoronto.ca::43c276f7-8b9e-489b-9f22-3c6950c4f25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F60"/>
    <a:srgbClr val="00145B"/>
    <a:srgbClr val="0000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6904" autoAdjust="0"/>
  </p:normalViewPr>
  <p:slideViewPr>
    <p:cSldViewPr snapToGrid="0" snapToObjects="1">
      <p:cViewPr varScale="1">
        <p:scale>
          <a:sx n="35" d="100"/>
          <a:sy n="35" d="100"/>
        </p:scale>
        <p:origin x="416" y="224"/>
      </p:cViewPr>
      <p:guideLst>
        <p:guide orient="horz" pos="7767"/>
        <p:guide pos="1372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FAD88E-2FD9-4A46-B0A0-A496750E6D38}" type="datetimeFigureOut">
              <a:rPr lang="en-US" smtClean="0"/>
              <a:t>8/6/26</a:t>
            </a:fld>
            <a:endParaRPr lang="en-US"/>
          </a:p>
        </p:txBody>
      </p:sp>
      <p:sp>
        <p:nvSpPr>
          <p:cNvPr id="4" name="Slide Image Placeholder 3"/>
          <p:cNvSpPr>
            <a:spLocks noGrp="1" noRot="1" noChangeAspect="1"/>
          </p:cNvSpPr>
          <p:nvPr>
            <p:ph type="sldImg" idx="2"/>
          </p:nvPr>
        </p:nvSpPr>
        <p:spPr>
          <a:xfrm>
            <a:off x="703263" y="1143000"/>
            <a:ext cx="54514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AB6347-F302-8446-B8DF-746D21015F84}" type="slidenum">
              <a:rPr lang="en-US" smtClean="0"/>
              <a:t>‹#›</a:t>
            </a:fld>
            <a:endParaRPr lang="en-US"/>
          </a:p>
        </p:txBody>
      </p:sp>
    </p:spTree>
    <p:extLst>
      <p:ext uri="{BB962C8B-B14F-4D97-AF65-F5344CB8AC3E}">
        <p14:creationId xmlns:p14="http://schemas.microsoft.com/office/powerpoint/2010/main" val="3334918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AB6347-F302-8446-B8DF-746D21015F84}" type="slidenum">
              <a:rPr lang="en-US" smtClean="0"/>
              <a:t>1</a:t>
            </a:fld>
            <a:endParaRPr lang="en-US"/>
          </a:p>
        </p:txBody>
      </p:sp>
    </p:spTree>
    <p:extLst>
      <p:ext uri="{BB962C8B-B14F-4D97-AF65-F5344CB8AC3E}">
        <p14:creationId xmlns:p14="http://schemas.microsoft.com/office/powerpoint/2010/main" val="722838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44927" y="4035830"/>
            <a:ext cx="32669560" cy="8585412"/>
          </a:xfrm>
        </p:spPr>
        <p:txBody>
          <a:bodyPr anchor="b"/>
          <a:lstStyle>
            <a:lvl1pPr algn="ctr">
              <a:defRPr sz="21437"/>
            </a:lvl1pPr>
          </a:lstStyle>
          <a:p>
            <a:r>
              <a:rPr lang="en-US"/>
              <a:t>Click to edit Master title style</a:t>
            </a:r>
            <a:endParaRPr lang="en-US" dirty="0"/>
          </a:p>
        </p:txBody>
      </p:sp>
      <p:sp>
        <p:nvSpPr>
          <p:cNvPr id="3" name="Subtitle 2"/>
          <p:cNvSpPr>
            <a:spLocks noGrp="1"/>
          </p:cNvSpPr>
          <p:nvPr>
            <p:ph type="subTitle" idx="1"/>
          </p:nvPr>
        </p:nvSpPr>
        <p:spPr>
          <a:xfrm>
            <a:off x="5444927" y="12952328"/>
            <a:ext cx="32669560" cy="5953844"/>
          </a:xfrm>
        </p:spPr>
        <p:txBody>
          <a:bodyPr/>
          <a:lstStyle>
            <a:lvl1pPr marL="0" indent="0" algn="ctr">
              <a:buNone/>
              <a:defRPr sz="8575"/>
            </a:lvl1pPr>
            <a:lvl2pPr marL="1633484" indent="0" algn="ctr">
              <a:buNone/>
              <a:defRPr sz="7146"/>
            </a:lvl2pPr>
            <a:lvl3pPr marL="3266968" indent="0" algn="ctr">
              <a:buNone/>
              <a:defRPr sz="6431"/>
            </a:lvl3pPr>
            <a:lvl4pPr marL="4900452" indent="0" algn="ctr">
              <a:buNone/>
              <a:defRPr sz="5716"/>
            </a:lvl4pPr>
            <a:lvl5pPr marL="6533937" indent="0" algn="ctr">
              <a:buNone/>
              <a:defRPr sz="5716"/>
            </a:lvl5pPr>
            <a:lvl6pPr marL="8167421" indent="0" algn="ctr">
              <a:buNone/>
              <a:defRPr sz="5716"/>
            </a:lvl6pPr>
            <a:lvl7pPr marL="9800905" indent="0" algn="ctr">
              <a:buNone/>
              <a:defRPr sz="5716"/>
            </a:lvl7pPr>
            <a:lvl8pPr marL="11434389" indent="0" algn="ctr">
              <a:buNone/>
              <a:defRPr sz="5716"/>
            </a:lvl8pPr>
            <a:lvl9pPr marL="13067873" indent="0" algn="ctr">
              <a:buNone/>
              <a:defRPr sz="5716"/>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82DDA42-A5B6-D649-9CE4-FA8CAC0D0DF3}" type="datetimeFigureOut">
              <a:rPr lang="en-US" smtClean="0"/>
              <a:t>8/6/26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A27656A-D497-DD47-8AE8-DDF187CB7768}" type="slidenum">
              <a:rPr lang="en-US" smtClean="0"/>
              <a:t>‹#›</a:t>
            </a:fld>
            <a:endParaRPr lang="en-US" dirty="0"/>
          </a:p>
        </p:txBody>
      </p:sp>
    </p:spTree>
    <p:extLst>
      <p:ext uri="{BB962C8B-B14F-4D97-AF65-F5344CB8AC3E}">
        <p14:creationId xmlns:p14="http://schemas.microsoft.com/office/powerpoint/2010/main" val="3745773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2DDA42-A5B6-D649-9CE4-FA8CAC0D0DF3}" type="datetimeFigureOut">
              <a:rPr lang="en-US" smtClean="0"/>
              <a:t>8/6/26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A27656A-D497-DD47-8AE8-DDF187CB7768}" type="slidenum">
              <a:rPr lang="en-US" smtClean="0"/>
              <a:t>‹#›</a:t>
            </a:fld>
            <a:endParaRPr lang="en-US" dirty="0"/>
          </a:p>
        </p:txBody>
      </p:sp>
    </p:spTree>
    <p:extLst>
      <p:ext uri="{BB962C8B-B14F-4D97-AF65-F5344CB8AC3E}">
        <p14:creationId xmlns:p14="http://schemas.microsoft.com/office/powerpoint/2010/main" val="2432081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72022" y="6147935"/>
            <a:ext cx="37569994" cy="10257967"/>
          </a:xfrm>
        </p:spPr>
        <p:txBody>
          <a:bodyPr anchor="b"/>
          <a:lstStyle>
            <a:lvl1pPr>
              <a:defRPr sz="21437"/>
            </a:lvl1pPr>
          </a:lstStyle>
          <a:p>
            <a:r>
              <a:rPr lang="en-US"/>
              <a:t>Click to edit Master title style</a:t>
            </a:r>
            <a:endParaRPr lang="en-US" dirty="0"/>
          </a:p>
        </p:txBody>
      </p:sp>
      <p:sp>
        <p:nvSpPr>
          <p:cNvPr id="3" name="Text Placeholder 2"/>
          <p:cNvSpPr>
            <a:spLocks noGrp="1"/>
          </p:cNvSpPr>
          <p:nvPr>
            <p:ph type="body" idx="1"/>
          </p:nvPr>
        </p:nvSpPr>
        <p:spPr>
          <a:xfrm>
            <a:off x="2972022" y="16502946"/>
            <a:ext cx="37569994" cy="5394422"/>
          </a:xfrm>
        </p:spPr>
        <p:txBody>
          <a:bodyPr/>
          <a:lstStyle>
            <a:lvl1pPr marL="0" indent="0">
              <a:buNone/>
              <a:defRPr sz="8575">
                <a:solidFill>
                  <a:schemeClr val="tx1">
                    <a:tint val="75000"/>
                  </a:schemeClr>
                </a:solidFill>
              </a:defRPr>
            </a:lvl1pPr>
            <a:lvl2pPr marL="1633484" indent="0">
              <a:buNone/>
              <a:defRPr sz="7146">
                <a:solidFill>
                  <a:schemeClr val="tx1">
                    <a:tint val="75000"/>
                  </a:schemeClr>
                </a:solidFill>
              </a:defRPr>
            </a:lvl2pPr>
            <a:lvl3pPr marL="3266968" indent="0">
              <a:buNone/>
              <a:defRPr sz="6431">
                <a:solidFill>
                  <a:schemeClr val="tx1">
                    <a:tint val="75000"/>
                  </a:schemeClr>
                </a:solidFill>
              </a:defRPr>
            </a:lvl3pPr>
            <a:lvl4pPr marL="4900452" indent="0">
              <a:buNone/>
              <a:defRPr sz="5716">
                <a:solidFill>
                  <a:schemeClr val="tx1">
                    <a:tint val="75000"/>
                  </a:schemeClr>
                </a:solidFill>
              </a:defRPr>
            </a:lvl4pPr>
            <a:lvl5pPr marL="6533937" indent="0">
              <a:buNone/>
              <a:defRPr sz="5716">
                <a:solidFill>
                  <a:schemeClr val="tx1">
                    <a:tint val="75000"/>
                  </a:schemeClr>
                </a:solidFill>
              </a:defRPr>
            </a:lvl5pPr>
            <a:lvl6pPr marL="8167421" indent="0">
              <a:buNone/>
              <a:defRPr sz="5716">
                <a:solidFill>
                  <a:schemeClr val="tx1">
                    <a:tint val="75000"/>
                  </a:schemeClr>
                </a:solidFill>
              </a:defRPr>
            </a:lvl6pPr>
            <a:lvl7pPr marL="9800905" indent="0">
              <a:buNone/>
              <a:defRPr sz="5716">
                <a:solidFill>
                  <a:schemeClr val="tx1">
                    <a:tint val="75000"/>
                  </a:schemeClr>
                </a:solidFill>
              </a:defRPr>
            </a:lvl7pPr>
            <a:lvl8pPr marL="11434389" indent="0">
              <a:buNone/>
              <a:defRPr sz="5716">
                <a:solidFill>
                  <a:schemeClr val="tx1">
                    <a:tint val="75000"/>
                  </a:schemeClr>
                </a:solidFill>
              </a:defRPr>
            </a:lvl8pPr>
            <a:lvl9pPr marL="13067873" indent="0">
              <a:buNone/>
              <a:defRPr sz="571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2DDA42-A5B6-D649-9CE4-FA8CAC0D0DF3}" type="datetimeFigureOut">
              <a:rPr lang="en-US" smtClean="0"/>
              <a:t>8/6/26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A27656A-D497-DD47-8AE8-DDF187CB7768}" type="slidenum">
              <a:rPr lang="en-US" smtClean="0"/>
              <a:t>‹#›</a:t>
            </a:fld>
            <a:endParaRPr lang="en-US" dirty="0"/>
          </a:p>
        </p:txBody>
      </p:sp>
    </p:spTree>
    <p:extLst>
      <p:ext uri="{BB962C8B-B14F-4D97-AF65-F5344CB8AC3E}">
        <p14:creationId xmlns:p14="http://schemas.microsoft.com/office/powerpoint/2010/main" val="3976889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94709" y="6564643"/>
            <a:ext cx="18512751" cy="156466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051953" y="6564643"/>
            <a:ext cx="18512751" cy="156466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82DDA42-A5B6-D649-9CE4-FA8CAC0D0DF3}" type="datetimeFigureOut">
              <a:rPr lang="en-US" smtClean="0"/>
              <a:t>8/6/26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A27656A-D497-DD47-8AE8-DDF187CB7768}" type="slidenum">
              <a:rPr lang="en-US" smtClean="0"/>
              <a:t>‹#›</a:t>
            </a:fld>
            <a:endParaRPr lang="en-US" dirty="0"/>
          </a:p>
        </p:txBody>
      </p:sp>
    </p:spTree>
    <p:extLst>
      <p:ext uri="{BB962C8B-B14F-4D97-AF65-F5344CB8AC3E}">
        <p14:creationId xmlns:p14="http://schemas.microsoft.com/office/powerpoint/2010/main" val="2354655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00383" y="1312930"/>
            <a:ext cx="37569994" cy="4766504"/>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00385" y="6045182"/>
            <a:ext cx="18427672" cy="2962650"/>
          </a:xfrm>
        </p:spPr>
        <p:txBody>
          <a:bodyPr anchor="b"/>
          <a:lstStyle>
            <a:lvl1pPr marL="0" indent="0">
              <a:buNone/>
              <a:defRPr sz="8575" b="1"/>
            </a:lvl1pPr>
            <a:lvl2pPr marL="1633484" indent="0">
              <a:buNone/>
              <a:defRPr sz="7146" b="1"/>
            </a:lvl2pPr>
            <a:lvl3pPr marL="3266968" indent="0">
              <a:buNone/>
              <a:defRPr sz="6431" b="1"/>
            </a:lvl3pPr>
            <a:lvl4pPr marL="4900452" indent="0">
              <a:buNone/>
              <a:defRPr sz="5716" b="1"/>
            </a:lvl4pPr>
            <a:lvl5pPr marL="6533937" indent="0">
              <a:buNone/>
              <a:defRPr sz="5716" b="1"/>
            </a:lvl5pPr>
            <a:lvl6pPr marL="8167421" indent="0">
              <a:buNone/>
              <a:defRPr sz="5716" b="1"/>
            </a:lvl6pPr>
            <a:lvl7pPr marL="9800905" indent="0">
              <a:buNone/>
              <a:defRPr sz="5716" b="1"/>
            </a:lvl7pPr>
            <a:lvl8pPr marL="11434389" indent="0">
              <a:buNone/>
              <a:defRPr sz="5716" b="1"/>
            </a:lvl8pPr>
            <a:lvl9pPr marL="13067873" indent="0">
              <a:buNone/>
              <a:defRPr sz="5716" b="1"/>
            </a:lvl9pPr>
          </a:lstStyle>
          <a:p>
            <a:pPr lvl="0"/>
            <a:r>
              <a:rPr lang="en-US"/>
              <a:t>Click to edit Master text styles</a:t>
            </a:r>
          </a:p>
        </p:txBody>
      </p:sp>
      <p:sp>
        <p:nvSpPr>
          <p:cNvPr id="4" name="Content Placeholder 3"/>
          <p:cNvSpPr>
            <a:spLocks noGrp="1"/>
          </p:cNvSpPr>
          <p:nvPr>
            <p:ph sz="half" idx="2"/>
          </p:nvPr>
        </p:nvSpPr>
        <p:spPr>
          <a:xfrm>
            <a:off x="3000385" y="9007832"/>
            <a:ext cx="18427672" cy="132491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051953" y="6045182"/>
            <a:ext cx="18518424" cy="2962650"/>
          </a:xfrm>
        </p:spPr>
        <p:txBody>
          <a:bodyPr anchor="b"/>
          <a:lstStyle>
            <a:lvl1pPr marL="0" indent="0">
              <a:buNone/>
              <a:defRPr sz="8575" b="1"/>
            </a:lvl1pPr>
            <a:lvl2pPr marL="1633484" indent="0">
              <a:buNone/>
              <a:defRPr sz="7146" b="1"/>
            </a:lvl2pPr>
            <a:lvl3pPr marL="3266968" indent="0">
              <a:buNone/>
              <a:defRPr sz="6431" b="1"/>
            </a:lvl3pPr>
            <a:lvl4pPr marL="4900452" indent="0">
              <a:buNone/>
              <a:defRPr sz="5716" b="1"/>
            </a:lvl4pPr>
            <a:lvl5pPr marL="6533937" indent="0">
              <a:buNone/>
              <a:defRPr sz="5716" b="1"/>
            </a:lvl5pPr>
            <a:lvl6pPr marL="8167421" indent="0">
              <a:buNone/>
              <a:defRPr sz="5716" b="1"/>
            </a:lvl6pPr>
            <a:lvl7pPr marL="9800905" indent="0">
              <a:buNone/>
              <a:defRPr sz="5716" b="1"/>
            </a:lvl7pPr>
            <a:lvl8pPr marL="11434389" indent="0">
              <a:buNone/>
              <a:defRPr sz="5716" b="1"/>
            </a:lvl8pPr>
            <a:lvl9pPr marL="13067873" indent="0">
              <a:buNone/>
              <a:defRPr sz="5716" b="1"/>
            </a:lvl9pPr>
          </a:lstStyle>
          <a:p>
            <a:pPr lvl="0"/>
            <a:r>
              <a:rPr lang="en-US"/>
              <a:t>Click to edit Master text styles</a:t>
            </a:r>
          </a:p>
        </p:txBody>
      </p:sp>
      <p:sp>
        <p:nvSpPr>
          <p:cNvPr id="6" name="Content Placeholder 5"/>
          <p:cNvSpPr>
            <a:spLocks noGrp="1"/>
          </p:cNvSpPr>
          <p:nvPr>
            <p:ph sz="quarter" idx="4"/>
          </p:nvPr>
        </p:nvSpPr>
        <p:spPr>
          <a:xfrm>
            <a:off x="22051953" y="9007832"/>
            <a:ext cx="18518424" cy="132491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82DDA42-A5B6-D649-9CE4-FA8CAC0D0DF3}" type="datetimeFigureOut">
              <a:rPr lang="en-US" smtClean="0"/>
              <a:t>8/6/26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A27656A-D497-DD47-8AE8-DDF187CB7768}" type="slidenum">
              <a:rPr lang="en-US" smtClean="0"/>
              <a:t>‹#›</a:t>
            </a:fld>
            <a:endParaRPr lang="en-US" dirty="0"/>
          </a:p>
        </p:txBody>
      </p:sp>
    </p:spTree>
    <p:extLst>
      <p:ext uri="{BB962C8B-B14F-4D97-AF65-F5344CB8AC3E}">
        <p14:creationId xmlns:p14="http://schemas.microsoft.com/office/powerpoint/2010/main" val="3823046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2DDA42-A5B6-D649-9CE4-FA8CAC0D0DF3}" type="datetimeFigureOut">
              <a:rPr lang="en-US" smtClean="0"/>
              <a:t>8/6/26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A27656A-D497-DD47-8AE8-DDF187CB7768}" type="slidenum">
              <a:rPr lang="en-US" smtClean="0"/>
              <a:t>‹#›</a:t>
            </a:fld>
            <a:endParaRPr lang="en-US" dirty="0"/>
          </a:p>
        </p:txBody>
      </p:sp>
    </p:spTree>
    <p:extLst>
      <p:ext uri="{BB962C8B-B14F-4D97-AF65-F5344CB8AC3E}">
        <p14:creationId xmlns:p14="http://schemas.microsoft.com/office/powerpoint/2010/main" val="768180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2DDA42-A5B6-D649-9CE4-FA8CAC0D0DF3}" type="datetimeFigureOut">
              <a:rPr lang="en-US" smtClean="0"/>
              <a:t>8/6/26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A27656A-D497-DD47-8AE8-DDF187CB7768}" type="slidenum">
              <a:rPr lang="en-US" smtClean="0"/>
              <a:t>‹#›</a:t>
            </a:fld>
            <a:endParaRPr lang="en-US" dirty="0"/>
          </a:p>
        </p:txBody>
      </p:sp>
    </p:spTree>
    <p:extLst>
      <p:ext uri="{BB962C8B-B14F-4D97-AF65-F5344CB8AC3E}">
        <p14:creationId xmlns:p14="http://schemas.microsoft.com/office/powerpoint/2010/main" val="3127674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00385" y="1644015"/>
            <a:ext cx="14049043" cy="5754053"/>
          </a:xfrm>
        </p:spPr>
        <p:txBody>
          <a:bodyPr anchor="b"/>
          <a:lstStyle>
            <a:lvl1pPr>
              <a:defRPr sz="11433"/>
            </a:lvl1pPr>
          </a:lstStyle>
          <a:p>
            <a:r>
              <a:rPr lang="en-US"/>
              <a:t>Click to edit Master title style</a:t>
            </a:r>
            <a:endParaRPr lang="en-US" dirty="0"/>
          </a:p>
        </p:txBody>
      </p:sp>
      <p:sp>
        <p:nvSpPr>
          <p:cNvPr id="3" name="Content Placeholder 2"/>
          <p:cNvSpPr>
            <a:spLocks noGrp="1"/>
          </p:cNvSpPr>
          <p:nvPr>
            <p:ph idx="1"/>
          </p:nvPr>
        </p:nvSpPr>
        <p:spPr>
          <a:xfrm>
            <a:off x="18518424" y="3550618"/>
            <a:ext cx="22051953" cy="17524743"/>
          </a:xfrm>
        </p:spPr>
        <p:txBody>
          <a:bodyPr/>
          <a:lstStyle>
            <a:lvl1pPr>
              <a:defRPr sz="11433"/>
            </a:lvl1pPr>
            <a:lvl2pPr>
              <a:defRPr sz="10004"/>
            </a:lvl2pPr>
            <a:lvl3pPr>
              <a:defRPr sz="8575"/>
            </a:lvl3pPr>
            <a:lvl4pPr>
              <a:defRPr sz="7146"/>
            </a:lvl4pPr>
            <a:lvl5pPr>
              <a:defRPr sz="7146"/>
            </a:lvl5pPr>
            <a:lvl6pPr>
              <a:defRPr sz="7146"/>
            </a:lvl6pPr>
            <a:lvl7pPr>
              <a:defRPr sz="7146"/>
            </a:lvl7pPr>
            <a:lvl8pPr>
              <a:defRPr sz="7146"/>
            </a:lvl8pPr>
            <a:lvl9pPr>
              <a:defRPr sz="714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00385" y="7398068"/>
            <a:ext cx="14049043" cy="13705835"/>
          </a:xfrm>
        </p:spPr>
        <p:txBody>
          <a:bodyPr/>
          <a:lstStyle>
            <a:lvl1pPr marL="0" indent="0">
              <a:buNone/>
              <a:defRPr sz="5716"/>
            </a:lvl1pPr>
            <a:lvl2pPr marL="1633484" indent="0">
              <a:buNone/>
              <a:defRPr sz="5002"/>
            </a:lvl2pPr>
            <a:lvl3pPr marL="3266968" indent="0">
              <a:buNone/>
              <a:defRPr sz="4287"/>
            </a:lvl3pPr>
            <a:lvl4pPr marL="4900452" indent="0">
              <a:buNone/>
              <a:defRPr sz="3573"/>
            </a:lvl4pPr>
            <a:lvl5pPr marL="6533937" indent="0">
              <a:buNone/>
              <a:defRPr sz="3573"/>
            </a:lvl5pPr>
            <a:lvl6pPr marL="8167421" indent="0">
              <a:buNone/>
              <a:defRPr sz="3573"/>
            </a:lvl6pPr>
            <a:lvl7pPr marL="9800905" indent="0">
              <a:buNone/>
              <a:defRPr sz="3573"/>
            </a:lvl7pPr>
            <a:lvl8pPr marL="11434389" indent="0">
              <a:buNone/>
              <a:defRPr sz="3573"/>
            </a:lvl8pPr>
            <a:lvl9pPr marL="13067873" indent="0">
              <a:buNone/>
              <a:defRPr sz="3573"/>
            </a:lvl9pPr>
          </a:lstStyle>
          <a:p>
            <a:pPr lvl="0"/>
            <a:r>
              <a:rPr lang="en-US"/>
              <a:t>Click to edit Master text styles</a:t>
            </a:r>
          </a:p>
        </p:txBody>
      </p:sp>
      <p:sp>
        <p:nvSpPr>
          <p:cNvPr id="5" name="Date Placeholder 4"/>
          <p:cNvSpPr>
            <a:spLocks noGrp="1"/>
          </p:cNvSpPr>
          <p:nvPr>
            <p:ph type="dt" sz="half" idx="10"/>
          </p:nvPr>
        </p:nvSpPr>
        <p:spPr/>
        <p:txBody>
          <a:bodyPr/>
          <a:lstStyle/>
          <a:p>
            <a:fld id="{582DDA42-A5B6-D649-9CE4-FA8CAC0D0DF3}" type="datetimeFigureOut">
              <a:rPr lang="en-US" smtClean="0"/>
              <a:t>8/6/26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A27656A-D497-DD47-8AE8-DDF187CB7768}" type="slidenum">
              <a:rPr lang="en-US" smtClean="0"/>
              <a:t>‹#›</a:t>
            </a:fld>
            <a:endParaRPr lang="en-US" dirty="0"/>
          </a:p>
        </p:txBody>
      </p:sp>
    </p:spTree>
    <p:extLst>
      <p:ext uri="{BB962C8B-B14F-4D97-AF65-F5344CB8AC3E}">
        <p14:creationId xmlns:p14="http://schemas.microsoft.com/office/powerpoint/2010/main" val="3445857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00385" y="1644015"/>
            <a:ext cx="14049043" cy="5754053"/>
          </a:xfrm>
        </p:spPr>
        <p:txBody>
          <a:bodyPr anchor="b"/>
          <a:lstStyle>
            <a:lvl1pPr>
              <a:defRPr sz="11433"/>
            </a:lvl1pPr>
          </a:lstStyle>
          <a:p>
            <a:r>
              <a:rPr lang="en-US"/>
              <a:t>Click to edit Master title style</a:t>
            </a:r>
            <a:endParaRPr lang="en-US" dirty="0"/>
          </a:p>
        </p:txBody>
      </p:sp>
      <p:sp>
        <p:nvSpPr>
          <p:cNvPr id="3" name="Picture Placeholder 2"/>
          <p:cNvSpPr>
            <a:spLocks noGrp="1" noChangeAspect="1"/>
          </p:cNvSpPr>
          <p:nvPr>
            <p:ph type="pic" idx="1"/>
          </p:nvPr>
        </p:nvSpPr>
        <p:spPr>
          <a:xfrm>
            <a:off x="18518424" y="3550618"/>
            <a:ext cx="22051953" cy="17524743"/>
          </a:xfrm>
        </p:spPr>
        <p:txBody>
          <a:bodyPr anchor="t"/>
          <a:lstStyle>
            <a:lvl1pPr marL="0" indent="0">
              <a:buNone/>
              <a:defRPr sz="11433"/>
            </a:lvl1pPr>
            <a:lvl2pPr marL="1633484" indent="0">
              <a:buNone/>
              <a:defRPr sz="10004"/>
            </a:lvl2pPr>
            <a:lvl3pPr marL="3266968" indent="0">
              <a:buNone/>
              <a:defRPr sz="8575"/>
            </a:lvl3pPr>
            <a:lvl4pPr marL="4900452" indent="0">
              <a:buNone/>
              <a:defRPr sz="7146"/>
            </a:lvl4pPr>
            <a:lvl5pPr marL="6533937" indent="0">
              <a:buNone/>
              <a:defRPr sz="7146"/>
            </a:lvl5pPr>
            <a:lvl6pPr marL="8167421" indent="0">
              <a:buNone/>
              <a:defRPr sz="7146"/>
            </a:lvl6pPr>
            <a:lvl7pPr marL="9800905" indent="0">
              <a:buNone/>
              <a:defRPr sz="7146"/>
            </a:lvl7pPr>
            <a:lvl8pPr marL="11434389" indent="0">
              <a:buNone/>
              <a:defRPr sz="7146"/>
            </a:lvl8pPr>
            <a:lvl9pPr marL="13067873" indent="0">
              <a:buNone/>
              <a:defRPr sz="7146"/>
            </a:lvl9pPr>
          </a:lstStyle>
          <a:p>
            <a:r>
              <a:rPr lang="en-US" dirty="0"/>
              <a:t>Click icon to add picture</a:t>
            </a:r>
          </a:p>
        </p:txBody>
      </p:sp>
      <p:sp>
        <p:nvSpPr>
          <p:cNvPr id="4" name="Text Placeholder 3"/>
          <p:cNvSpPr>
            <a:spLocks noGrp="1"/>
          </p:cNvSpPr>
          <p:nvPr>
            <p:ph type="body" sz="half" idx="2"/>
          </p:nvPr>
        </p:nvSpPr>
        <p:spPr>
          <a:xfrm>
            <a:off x="3000385" y="7398068"/>
            <a:ext cx="14049043" cy="13705835"/>
          </a:xfrm>
        </p:spPr>
        <p:txBody>
          <a:bodyPr/>
          <a:lstStyle>
            <a:lvl1pPr marL="0" indent="0">
              <a:buNone/>
              <a:defRPr sz="5716"/>
            </a:lvl1pPr>
            <a:lvl2pPr marL="1633484" indent="0">
              <a:buNone/>
              <a:defRPr sz="5002"/>
            </a:lvl2pPr>
            <a:lvl3pPr marL="3266968" indent="0">
              <a:buNone/>
              <a:defRPr sz="4287"/>
            </a:lvl3pPr>
            <a:lvl4pPr marL="4900452" indent="0">
              <a:buNone/>
              <a:defRPr sz="3573"/>
            </a:lvl4pPr>
            <a:lvl5pPr marL="6533937" indent="0">
              <a:buNone/>
              <a:defRPr sz="3573"/>
            </a:lvl5pPr>
            <a:lvl6pPr marL="8167421" indent="0">
              <a:buNone/>
              <a:defRPr sz="3573"/>
            </a:lvl6pPr>
            <a:lvl7pPr marL="9800905" indent="0">
              <a:buNone/>
              <a:defRPr sz="3573"/>
            </a:lvl7pPr>
            <a:lvl8pPr marL="11434389" indent="0">
              <a:buNone/>
              <a:defRPr sz="3573"/>
            </a:lvl8pPr>
            <a:lvl9pPr marL="13067873" indent="0">
              <a:buNone/>
              <a:defRPr sz="3573"/>
            </a:lvl9pPr>
          </a:lstStyle>
          <a:p>
            <a:pPr lvl="0"/>
            <a:r>
              <a:rPr lang="en-US"/>
              <a:t>Click to edit Master text styles</a:t>
            </a:r>
          </a:p>
        </p:txBody>
      </p:sp>
      <p:sp>
        <p:nvSpPr>
          <p:cNvPr id="5" name="Date Placeholder 4"/>
          <p:cNvSpPr>
            <a:spLocks noGrp="1"/>
          </p:cNvSpPr>
          <p:nvPr>
            <p:ph type="dt" sz="half" idx="10"/>
          </p:nvPr>
        </p:nvSpPr>
        <p:spPr/>
        <p:txBody>
          <a:bodyPr/>
          <a:lstStyle/>
          <a:p>
            <a:fld id="{582DDA42-A5B6-D649-9CE4-FA8CAC0D0DF3}" type="datetimeFigureOut">
              <a:rPr lang="en-US" smtClean="0"/>
              <a:t>8/6/26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A27656A-D497-DD47-8AE8-DDF187CB7768}" type="slidenum">
              <a:rPr lang="en-US" smtClean="0"/>
              <a:t>‹#›</a:t>
            </a:fld>
            <a:endParaRPr lang="en-US" dirty="0"/>
          </a:p>
        </p:txBody>
      </p:sp>
    </p:spTree>
    <p:extLst>
      <p:ext uri="{BB962C8B-B14F-4D97-AF65-F5344CB8AC3E}">
        <p14:creationId xmlns:p14="http://schemas.microsoft.com/office/powerpoint/2010/main" val="865645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2DDA42-A5B6-D649-9CE4-FA8CAC0D0DF3}" type="datetimeFigureOut">
              <a:rPr lang="en-US" smtClean="0"/>
              <a:t>8/6/26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A27656A-D497-DD47-8AE8-DDF187CB7768}" type="slidenum">
              <a:rPr lang="en-US" smtClean="0"/>
              <a:t>‹#›</a:t>
            </a:fld>
            <a:endParaRPr lang="en-US" dirty="0"/>
          </a:p>
        </p:txBody>
      </p:sp>
    </p:spTree>
    <p:extLst>
      <p:ext uri="{BB962C8B-B14F-4D97-AF65-F5344CB8AC3E}">
        <p14:creationId xmlns:p14="http://schemas.microsoft.com/office/powerpoint/2010/main" val="3551203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172205" y="1312929"/>
            <a:ext cx="9392498" cy="208984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94709" y="1312929"/>
            <a:ext cx="27633003" cy="208984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2DDA42-A5B6-D649-9CE4-FA8CAC0D0DF3}" type="datetimeFigureOut">
              <a:rPr lang="en-US" smtClean="0"/>
              <a:t>8/6/26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A27656A-D497-DD47-8AE8-DDF187CB7768}" type="slidenum">
              <a:rPr lang="en-US" smtClean="0"/>
              <a:t>‹#›</a:t>
            </a:fld>
            <a:endParaRPr lang="en-US" dirty="0"/>
          </a:p>
        </p:txBody>
      </p:sp>
    </p:spTree>
    <p:extLst>
      <p:ext uri="{BB962C8B-B14F-4D97-AF65-F5344CB8AC3E}">
        <p14:creationId xmlns:p14="http://schemas.microsoft.com/office/powerpoint/2010/main" val="1922306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94710" y="1312930"/>
            <a:ext cx="37569994" cy="476650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994710" y="6564643"/>
            <a:ext cx="37569994" cy="1564668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994710" y="22856377"/>
            <a:ext cx="9800868" cy="1312929"/>
          </a:xfrm>
          <a:prstGeom prst="rect">
            <a:avLst/>
          </a:prstGeom>
        </p:spPr>
        <p:txBody>
          <a:bodyPr vert="horz" lIns="91440" tIns="45720" rIns="91440" bIns="45720" rtlCol="0" anchor="ctr"/>
          <a:lstStyle>
            <a:lvl1pPr algn="l">
              <a:defRPr sz="4287">
                <a:solidFill>
                  <a:schemeClr val="tx1">
                    <a:tint val="75000"/>
                  </a:schemeClr>
                </a:solidFill>
              </a:defRPr>
            </a:lvl1pPr>
          </a:lstStyle>
          <a:p>
            <a:fld id="{582DDA42-A5B6-D649-9CE4-FA8CAC0D0DF3}" type="datetimeFigureOut">
              <a:rPr lang="en-US" smtClean="0"/>
              <a:t>8/6/26</a:t>
            </a:fld>
            <a:endParaRPr lang="en-US" dirty="0"/>
          </a:p>
        </p:txBody>
      </p:sp>
      <p:sp>
        <p:nvSpPr>
          <p:cNvPr id="5" name="Footer Placeholder 4"/>
          <p:cNvSpPr>
            <a:spLocks noGrp="1"/>
          </p:cNvSpPr>
          <p:nvPr>
            <p:ph type="ftr" sz="quarter" idx="3"/>
          </p:nvPr>
        </p:nvSpPr>
        <p:spPr>
          <a:xfrm>
            <a:off x="14429056" y="22856377"/>
            <a:ext cx="14701302" cy="1312929"/>
          </a:xfrm>
          <a:prstGeom prst="rect">
            <a:avLst/>
          </a:prstGeom>
        </p:spPr>
        <p:txBody>
          <a:bodyPr vert="horz" lIns="91440" tIns="45720" rIns="91440" bIns="45720" rtlCol="0" anchor="ctr"/>
          <a:lstStyle>
            <a:lvl1pPr algn="ctr">
              <a:defRPr sz="4287">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0763835" y="22856377"/>
            <a:ext cx="9800868" cy="1312929"/>
          </a:xfrm>
          <a:prstGeom prst="rect">
            <a:avLst/>
          </a:prstGeom>
        </p:spPr>
        <p:txBody>
          <a:bodyPr vert="horz" lIns="91440" tIns="45720" rIns="91440" bIns="45720" rtlCol="0" anchor="ctr"/>
          <a:lstStyle>
            <a:lvl1pPr algn="r">
              <a:defRPr sz="4287">
                <a:solidFill>
                  <a:schemeClr val="tx1">
                    <a:tint val="75000"/>
                  </a:schemeClr>
                </a:solidFill>
              </a:defRPr>
            </a:lvl1pPr>
          </a:lstStyle>
          <a:p>
            <a:fld id="{BA27656A-D497-DD47-8AE8-DDF187CB7768}" type="slidenum">
              <a:rPr lang="en-US" smtClean="0"/>
              <a:t>‹#›</a:t>
            </a:fld>
            <a:endParaRPr lang="en-US" dirty="0"/>
          </a:p>
        </p:txBody>
      </p:sp>
    </p:spTree>
    <p:extLst>
      <p:ext uri="{BB962C8B-B14F-4D97-AF65-F5344CB8AC3E}">
        <p14:creationId xmlns:p14="http://schemas.microsoft.com/office/powerpoint/2010/main" val="5120819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66968" rtl="0" eaLnBrk="1" latinLnBrk="0" hangingPunct="1">
        <a:lnSpc>
          <a:spcPct val="90000"/>
        </a:lnSpc>
        <a:spcBef>
          <a:spcPct val="0"/>
        </a:spcBef>
        <a:buNone/>
        <a:defRPr sz="15720" kern="1200">
          <a:solidFill>
            <a:schemeClr val="tx1"/>
          </a:solidFill>
          <a:latin typeface="+mj-lt"/>
          <a:ea typeface="+mj-ea"/>
          <a:cs typeface="+mj-cs"/>
        </a:defRPr>
      </a:lvl1pPr>
    </p:titleStyle>
    <p:bodyStyle>
      <a:lvl1pPr marL="816742" indent="-816742" algn="l" defTabSz="3266968" rtl="0" eaLnBrk="1" latinLnBrk="0" hangingPunct="1">
        <a:lnSpc>
          <a:spcPct val="90000"/>
        </a:lnSpc>
        <a:spcBef>
          <a:spcPts val="3573"/>
        </a:spcBef>
        <a:buFont typeface="Arial" panose="020B0604020202020204" pitchFamily="34" charset="0"/>
        <a:buChar char="•"/>
        <a:defRPr sz="10004" kern="1200">
          <a:solidFill>
            <a:schemeClr val="tx1"/>
          </a:solidFill>
          <a:latin typeface="+mn-lt"/>
          <a:ea typeface="+mn-ea"/>
          <a:cs typeface="+mn-cs"/>
        </a:defRPr>
      </a:lvl1pPr>
      <a:lvl2pPr marL="2450226" indent="-816742" algn="l" defTabSz="3266968" rtl="0" eaLnBrk="1" latinLnBrk="0" hangingPunct="1">
        <a:lnSpc>
          <a:spcPct val="90000"/>
        </a:lnSpc>
        <a:spcBef>
          <a:spcPts val="1786"/>
        </a:spcBef>
        <a:buFont typeface="Arial" panose="020B0604020202020204" pitchFamily="34" charset="0"/>
        <a:buChar char="•"/>
        <a:defRPr sz="8575" kern="1200">
          <a:solidFill>
            <a:schemeClr val="tx1"/>
          </a:solidFill>
          <a:latin typeface="+mn-lt"/>
          <a:ea typeface="+mn-ea"/>
          <a:cs typeface="+mn-cs"/>
        </a:defRPr>
      </a:lvl2pPr>
      <a:lvl3pPr marL="4083710" indent="-816742" algn="l" defTabSz="3266968" rtl="0" eaLnBrk="1" latinLnBrk="0" hangingPunct="1">
        <a:lnSpc>
          <a:spcPct val="90000"/>
        </a:lnSpc>
        <a:spcBef>
          <a:spcPts val="1786"/>
        </a:spcBef>
        <a:buFont typeface="Arial" panose="020B0604020202020204" pitchFamily="34" charset="0"/>
        <a:buChar char="•"/>
        <a:defRPr sz="7146" kern="1200">
          <a:solidFill>
            <a:schemeClr val="tx1"/>
          </a:solidFill>
          <a:latin typeface="+mn-lt"/>
          <a:ea typeface="+mn-ea"/>
          <a:cs typeface="+mn-cs"/>
        </a:defRPr>
      </a:lvl3pPr>
      <a:lvl4pPr marL="5717195" indent="-816742" algn="l" defTabSz="3266968" rtl="0" eaLnBrk="1" latinLnBrk="0" hangingPunct="1">
        <a:lnSpc>
          <a:spcPct val="90000"/>
        </a:lnSpc>
        <a:spcBef>
          <a:spcPts val="1786"/>
        </a:spcBef>
        <a:buFont typeface="Arial" panose="020B0604020202020204" pitchFamily="34" charset="0"/>
        <a:buChar char="•"/>
        <a:defRPr sz="6431" kern="1200">
          <a:solidFill>
            <a:schemeClr val="tx1"/>
          </a:solidFill>
          <a:latin typeface="+mn-lt"/>
          <a:ea typeface="+mn-ea"/>
          <a:cs typeface="+mn-cs"/>
        </a:defRPr>
      </a:lvl4pPr>
      <a:lvl5pPr marL="7350679" indent="-816742" algn="l" defTabSz="3266968" rtl="0" eaLnBrk="1" latinLnBrk="0" hangingPunct="1">
        <a:lnSpc>
          <a:spcPct val="90000"/>
        </a:lnSpc>
        <a:spcBef>
          <a:spcPts val="1786"/>
        </a:spcBef>
        <a:buFont typeface="Arial" panose="020B0604020202020204" pitchFamily="34" charset="0"/>
        <a:buChar char="•"/>
        <a:defRPr sz="6431" kern="1200">
          <a:solidFill>
            <a:schemeClr val="tx1"/>
          </a:solidFill>
          <a:latin typeface="+mn-lt"/>
          <a:ea typeface="+mn-ea"/>
          <a:cs typeface="+mn-cs"/>
        </a:defRPr>
      </a:lvl5pPr>
      <a:lvl6pPr marL="8984163" indent="-816742" algn="l" defTabSz="3266968" rtl="0" eaLnBrk="1" latinLnBrk="0" hangingPunct="1">
        <a:lnSpc>
          <a:spcPct val="90000"/>
        </a:lnSpc>
        <a:spcBef>
          <a:spcPts val="1786"/>
        </a:spcBef>
        <a:buFont typeface="Arial" panose="020B0604020202020204" pitchFamily="34" charset="0"/>
        <a:buChar char="•"/>
        <a:defRPr sz="6431" kern="1200">
          <a:solidFill>
            <a:schemeClr val="tx1"/>
          </a:solidFill>
          <a:latin typeface="+mn-lt"/>
          <a:ea typeface="+mn-ea"/>
          <a:cs typeface="+mn-cs"/>
        </a:defRPr>
      </a:lvl6pPr>
      <a:lvl7pPr marL="10617647" indent="-816742" algn="l" defTabSz="3266968" rtl="0" eaLnBrk="1" latinLnBrk="0" hangingPunct="1">
        <a:lnSpc>
          <a:spcPct val="90000"/>
        </a:lnSpc>
        <a:spcBef>
          <a:spcPts val="1786"/>
        </a:spcBef>
        <a:buFont typeface="Arial" panose="020B0604020202020204" pitchFamily="34" charset="0"/>
        <a:buChar char="•"/>
        <a:defRPr sz="6431" kern="1200">
          <a:solidFill>
            <a:schemeClr val="tx1"/>
          </a:solidFill>
          <a:latin typeface="+mn-lt"/>
          <a:ea typeface="+mn-ea"/>
          <a:cs typeface="+mn-cs"/>
        </a:defRPr>
      </a:lvl7pPr>
      <a:lvl8pPr marL="12251131" indent="-816742" algn="l" defTabSz="3266968" rtl="0" eaLnBrk="1" latinLnBrk="0" hangingPunct="1">
        <a:lnSpc>
          <a:spcPct val="90000"/>
        </a:lnSpc>
        <a:spcBef>
          <a:spcPts val="1786"/>
        </a:spcBef>
        <a:buFont typeface="Arial" panose="020B0604020202020204" pitchFamily="34" charset="0"/>
        <a:buChar char="•"/>
        <a:defRPr sz="6431" kern="1200">
          <a:solidFill>
            <a:schemeClr val="tx1"/>
          </a:solidFill>
          <a:latin typeface="+mn-lt"/>
          <a:ea typeface="+mn-ea"/>
          <a:cs typeface="+mn-cs"/>
        </a:defRPr>
      </a:lvl8pPr>
      <a:lvl9pPr marL="13884615" indent="-816742" algn="l" defTabSz="3266968" rtl="0" eaLnBrk="1" latinLnBrk="0" hangingPunct="1">
        <a:lnSpc>
          <a:spcPct val="90000"/>
        </a:lnSpc>
        <a:spcBef>
          <a:spcPts val="1786"/>
        </a:spcBef>
        <a:buFont typeface="Arial" panose="020B0604020202020204" pitchFamily="34" charset="0"/>
        <a:buChar char="•"/>
        <a:defRPr sz="6431" kern="1200">
          <a:solidFill>
            <a:schemeClr val="tx1"/>
          </a:solidFill>
          <a:latin typeface="+mn-lt"/>
          <a:ea typeface="+mn-ea"/>
          <a:cs typeface="+mn-cs"/>
        </a:defRPr>
      </a:lvl9pPr>
    </p:bodyStyle>
    <p:otherStyle>
      <a:defPPr>
        <a:defRPr lang="en-US"/>
      </a:defPPr>
      <a:lvl1pPr marL="0" algn="l" defTabSz="3266968" rtl="0" eaLnBrk="1" latinLnBrk="0" hangingPunct="1">
        <a:defRPr sz="6431" kern="1200">
          <a:solidFill>
            <a:schemeClr val="tx1"/>
          </a:solidFill>
          <a:latin typeface="+mn-lt"/>
          <a:ea typeface="+mn-ea"/>
          <a:cs typeface="+mn-cs"/>
        </a:defRPr>
      </a:lvl1pPr>
      <a:lvl2pPr marL="1633484" algn="l" defTabSz="3266968" rtl="0" eaLnBrk="1" latinLnBrk="0" hangingPunct="1">
        <a:defRPr sz="6431" kern="1200">
          <a:solidFill>
            <a:schemeClr val="tx1"/>
          </a:solidFill>
          <a:latin typeface="+mn-lt"/>
          <a:ea typeface="+mn-ea"/>
          <a:cs typeface="+mn-cs"/>
        </a:defRPr>
      </a:lvl2pPr>
      <a:lvl3pPr marL="3266968" algn="l" defTabSz="3266968" rtl="0" eaLnBrk="1" latinLnBrk="0" hangingPunct="1">
        <a:defRPr sz="6431" kern="1200">
          <a:solidFill>
            <a:schemeClr val="tx1"/>
          </a:solidFill>
          <a:latin typeface="+mn-lt"/>
          <a:ea typeface="+mn-ea"/>
          <a:cs typeface="+mn-cs"/>
        </a:defRPr>
      </a:lvl3pPr>
      <a:lvl4pPr marL="4900452" algn="l" defTabSz="3266968" rtl="0" eaLnBrk="1" latinLnBrk="0" hangingPunct="1">
        <a:defRPr sz="6431" kern="1200">
          <a:solidFill>
            <a:schemeClr val="tx1"/>
          </a:solidFill>
          <a:latin typeface="+mn-lt"/>
          <a:ea typeface="+mn-ea"/>
          <a:cs typeface="+mn-cs"/>
        </a:defRPr>
      </a:lvl4pPr>
      <a:lvl5pPr marL="6533937" algn="l" defTabSz="3266968" rtl="0" eaLnBrk="1" latinLnBrk="0" hangingPunct="1">
        <a:defRPr sz="6431" kern="1200">
          <a:solidFill>
            <a:schemeClr val="tx1"/>
          </a:solidFill>
          <a:latin typeface="+mn-lt"/>
          <a:ea typeface="+mn-ea"/>
          <a:cs typeface="+mn-cs"/>
        </a:defRPr>
      </a:lvl5pPr>
      <a:lvl6pPr marL="8167421" algn="l" defTabSz="3266968" rtl="0" eaLnBrk="1" latinLnBrk="0" hangingPunct="1">
        <a:defRPr sz="6431" kern="1200">
          <a:solidFill>
            <a:schemeClr val="tx1"/>
          </a:solidFill>
          <a:latin typeface="+mn-lt"/>
          <a:ea typeface="+mn-ea"/>
          <a:cs typeface="+mn-cs"/>
        </a:defRPr>
      </a:lvl6pPr>
      <a:lvl7pPr marL="9800905" algn="l" defTabSz="3266968" rtl="0" eaLnBrk="1" latinLnBrk="0" hangingPunct="1">
        <a:defRPr sz="6431" kern="1200">
          <a:solidFill>
            <a:schemeClr val="tx1"/>
          </a:solidFill>
          <a:latin typeface="+mn-lt"/>
          <a:ea typeface="+mn-ea"/>
          <a:cs typeface="+mn-cs"/>
        </a:defRPr>
      </a:lvl7pPr>
      <a:lvl8pPr marL="11434389" algn="l" defTabSz="3266968" rtl="0" eaLnBrk="1" latinLnBrk="0" hangingPunct="1">
        <a:defRPr sz="6431" kern="1200">
          <a:solidFill>
            <a:schemeClr val="tx1"/>
          </a:solidFill>
          <a:latin typeface="+mn-lt"/>
          <a:ea typeface="+mn-ea"/>
          <a:cs typeface="+mn-cs"/>
        </a:defRPr>
      </a:lvl8pPr>
      <a:lvl9pPr marL="13067873" algn="l" defTabSz="3266968" rtl="0" eaLnBrk="1" latinLnBrk="0" hangingPunct="1">
        <a:defRPr sz="643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12000"/>
          </a:schemeClr>
        </a:solidFill>
        <a:effectLst/>
      </p:bgPr>
    </p:bg>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4AC593F4-3C7E-0030-66E5-F6A82C9F45C3}"/>
              </a:ext>
            </a:extLst>
          </p:cNvPr>
          <p:cNvPicPr>
            <a:picLocks noChangeAspect="1"/>
          </p:cNvPicPr>
          <p:nvPr/>
        </p:nvPicPr>
        <p:blipFill>
          <a:blip r:embed="rId3"/>
          <a:stretch>
            <a:fillRect/>
          </a:stretch>
        </p:blipFill>
        <p:spPr>
          <a:xfrm>
            <a:off x="22195731" y="13675748"/>
            <a:ext cx="12714389" cy="9535792"/>
          </a:xfrm>
          <a:prstGeom prst="rect">
            <a:avLst/>
          </a:prstGeom>
        </p:spPr>
      </p:pic>
      <p:pic>
        <p:nvPicPr>
          <p:cNvPr id="9" name="Picture 8">
            <a:extLst>
              <a:ext uri="{FF2B5EF4-FFF2-40B4-BE49-F238E27FC236}">
                <a16:creationId xmlns:a16="http://schemas.microsoft.com/office/drawing/2014/main" id="{9BE0A078-7403-100F-89F1-CD16ABB699F9}"/>
              </a:ext>
            </a:extLst>
          </p:cNvPr>
          <p:cNvPicPr>
            <a:picLocks noChangeAspect="1"/>
          </p:cNvPicPr>
          <p:nvPr/>
        </p:nvPicPr>
        <p:blipFill>
          <a:blip r:embed="rId4"/>
          <a:srcRect l="2950" t="10937" r="11960" b="2650"/>
          <a:stretch>
            <a:fillRect/>
          </a:stretch>
        </p:blipFill>
        <p:spPr>
          <a:xfrm>
            <a:off x="7970868" y="5663230"/>
            <a:ext cx="13927704" cy="11040470"/>
          </a:xfrm>
          <a:prstGeom prst="rect">
            <a:avLst/>
          </a:prstGeom>
        </p:spPr>
      </p:pic>
      <p:pic>
        <p:nvPicPr>
          <p:cNvPr id="19" name="Picture 18">
            <a:extLst>
              <a:ext uri="{FF2B5EF4-FFF2-40B4-BE49-F238E27FC236}">
                <a16:creationId xmlns:a16="http://schemas.microsoft.com/office/drawing/2014/main" id="{9A494B70-EB94-C24C-4A10-32FAB469B78D}"/>
              </a:ext>
            </a:extLst>
          </p:cNvPr>
          <p:cNvPicPr>
            <a:picLocks noChangeAspect="1"/>
          </p:cNvPicPr>
          <p:nvPr/>
        </p:nvPicPr>
        <p:blipFill>
          <a:blip r:embed="rId5"/>
          <a:stretch>
            <a:fillRect/>
          </a:stretch>
        </p:blipFill>
        <p:spPr>
          <a:xfrm>
            <a:off x="21731088" y="4935713"/>
            <a:ext cx="13333504" cy="6666752"/>
          </a:xfrm>
          <a:prstGeom prst="rect">
            <a:avLst/>
          </a:prstGeom>
        </p:spPr>
      </p:pic>
      <p:sp>
        <p:nvSpPr>
          <p:cNvPr id="3" name="Rectangle 2">
            <a:extLst>
              <a:ext uri="{FF2B5EF4-FFF2-40B4-BE49-F238E27FC236}">
                <a16:creationId xmlns:a16="http://schemas.microsoft.com/office/drawing/2014/main" id="{BF7B611E-1878-5E0A-91D1-920FC752E8D6}"/>
              </a:ext>
            </a:extLst>
          </p:cNvPr>
          <p:cNvSpPr/>
          <p:nvPr/>
        </p:nvSpPr>
        <p:spPr>
          <a:xfrm>
            <a:off x="0" y="1"/>
            <a:ext cx="43559413" cy="3831976"/>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BF3467E-A6D4-0179-342D-67D1DE6DF63E}"/>
              </a:ext>
            </a:extLst>
          </p:cNvPr>
          <p:cNvSpPr txBox="1"/>
          <p:nvPr/>
        </p:nvSpPr>
        <p:spPr>
          <a:xfrm>
            <a:off x="4023360" y="625642"/>
            <a:ext cx="34533840" cy="830997"/>
          </a:xfrm>
          <a:prstGeom prst="rect">
            <a:avLst/>
          </a:prstGeom>
          <a:noFill/>
        </p:spPr>
        <p:txBody>
          <a:bodyPr wrap="square" rtlCol="0">
            <a:spAutoFit/>
          </a:bodyPr>
          <a:lstStyle/>
          <a:p>
            <a:r>
              <a:rPr lang="en-CA" sz="4800" b="1" dirty="0">
                <a:solidFill>
                  <a:schemeClr val="bg1"/>
                </a:solidFill>
              </a:rPr>
              <a:t>Fractional Anisotropy Differences in Youth With Psychosis Spectrum Symptoms in the Toronto Adolescent and Youth (TAY) Cohort Study</a:t>
            </a:r>
          </a:p>
        </p:txBody>
      </p:sp>
      <p:sp>
        <p:nvSpPr>
          <p:cNvPr id="5" name="TextBox 4">
            <a:extLst>
              <a:ext uri="{FF2B5EF4-FFF2-40B4-BE49-F238E27FC236}">
                <a16:creationId xmlns:a16="http://schemas.microsoft.com/office/drawing/2014/main" id="{86AE7177-B6FF-41D1-1B9A-05BDE5FECA96}"/>
              </a:ext>
            </a:extLst>
          </p:cNvPr>
          <p:cNvSpPr txBox="1"/>
          <p:nvPr/>
        </p:nvSpPr>
        <p:spPr>
          <a:xfrm>
            <a:off x="4064674" y="1456639"/>
            <a:ext cx="34533840" cy="2554545"/>
          </a:xfrm>
          <a:prstGeom prst="rect">
            <a:avLst/>
          </a:prstGeom>
          <a:noFill/>
        </p:spPr>
        <p:txBody>
          <a:bodyPr wrap="square" rtlCol="0">
            <a:spAutoFit/>
          </a:bodyPr>
          <a:lstStyle/>
          <a:p>
            <a:pPr algn="ctr"/>
            <a:r>
              <a:rPr lang="en-CA" sz="4000" u="sng" dirty="0">
                <a:solidFill>
                  <a:schemeClr val="bg1"/>
                </a:solidFill>
              </a:rPr>
              <a:t>Kelei Xiao</a:t>
            </a:r>
            <a:r>
              <a:rPr lang="en-CA" sz="4000" baseline="30000" dirty="0">
                <a:solidFill>
                  <a:schemeClr val="bg1"/>
                </a:solidFill>
              </a:rPr>
              <a:t>1,2</a:t>
            </a:r>
            <a:r>
              <a:rPr lang="en-CA" sz="4000" dirty="0">
                <a:solidFill>
                  <a:schemeClr val="bg1"/>
                </a:solidFill>
              </a:rPr>
              <a:t>, Jiya Shah</a:t>
            </a:r>
            <a:r>
              <a:rPr lang="en-CA" sz="4000" baseline="30000" dirty="0">
                <a:solidFill>
                  <a:schemeClr val="bg1"/>
                </a:solidFill>
              </a:rPr>
              <a:t>2,3</a:t>
            </a:r>
            <a:r>
              <a:rPr lang="en-CA" sz="4000" dirty="0">
                <a:solidFill>
                  <a:schemeClr val="bg1"/>
                </a:solidFill>
              </a:rPr>
              <a:t>, Shane Cleary</a:t>
            </a:r>
            <a:r>
              <a:rPr lang="en-CA" sz="4000" baseline="30000" dirty="0">
                <a:solidFill>
                  <a:schemeClr val="bg1"/>
                </a:solidFill>
              </a:rPr>
              <a:t>2,3</a:t>
            </a:r>
            <a:r>
              <a:rPr lang="en-CA" sz="4000" dirty="0">
                <a:solidFill>
                  <a:schemeClr val="bg1"/>
                </a:solidFill>
              </a:rPr>
              <a:t>, Stephanie Ameis</a:t>
            </a:r>
            <a:r>
              <a:rPr lang="en-CA" sz="4000" baseline="30000" dirty="0">
                <a:solidFill>
                  <a:schemeClr val="bg1"/>
                </a:solidFill>
              </a:rPr>
              <a:t>2,3,4</a:t>
            </a:r>
            <a:r>
              <a:rPr lang="en-CA" sz="4000" dirty="0">
                <a:solidFill>
                  <a:schemeClr val="bg1"/>
                </a:solidFill>
              </a:rPr>
              <a:t>, Kristin Cleverley</a:t>
            </a:r>
            <a:r>
              <a:rPr lang="en-CA" sz="4000" baseline="30000" dirty="0">
                <a:solidFill>
                  <a:schemeClr val="bg1"/>
                </a:solidFill>
              </a:rPr>
              <a:t>2,3</a:t>
            </a:r>
            <a:r>
              <a:rPr lang="en-CA" sz="4000" dirty="0">
                <a:solidFill>
                  <a:schemeClr val="bg1"/>
                </a:solidFill>
              </a:rPr>
              <a:t>, Darren B. Courtney</a:t>
            </a:r>
            <a:r>
              <a:rPr lang="en-CA" sz="4000" baseline="30000" dirty="0">
                <a:solidFill>
                  <a:schemeClr val="bg1"/>
                </a:solidFill>
              </a:rPr>
              <a:t>2,3</a:t>
            </a:r>
            <a:r>
              <a:rPr lang="en-CA" sz="4000" dirty="0">
                <a:solidFill>
                  <a:schemeClr val="bg1"/>
                </a:solidFill>
              </a:rPr>
              <a:t>, Daniel Felsky</a:t>
            </a:r>
            <a:r>
              <a:rPr lang="en-CA" sz="4000" baseline="30000" dirty="0">
                <a:solidFill>
                  <a:schemeClr val="bg1"/>
                </a:solidFill>
              </a:rPr>
              <a:t>2,3</a:t>
            </a:r>
            <a:r>
              <a:rPr lang="en-CA" sz="4000" dirty="0">
                <a:solidFill>
                  <a:schemeClr val="bg1"/>
                </a:solidFill>
              </a:rPr>
              <a:t>, George Foussias</a:t>
            </a:r>
            <a:r>
              <a:rPr lang="en-CA" sz="4000" baseline="30000" dirty="0">
                <a:solidFill>
                  <a:schemeClr val="bg1"/>
                </a:solidFill>
              </a:rPr>
              <a:t>2,3</a:t>
            </a:r>
            <a:r>
              <a:rPr lang="en-CA" sz="4000" dirty="0">
                <a:solidFill>
                  <a:schemeClr val="bg1"/>
                </a:solidFill>
              </a:rPr>
              <a:t>, Benjamin Goldstein</a:t>
            </a:r>
            <a:r>
              <a:rPr lang="en-CA" sz="4000" baseline="30000" dirty="0">
                <a:solidFill>
                  <a:schemeClr val="bg1"/>
                </a:solidFill>
              </a:rPr>
              <a:t>2,3</a:t>
            </a:r>
            <a:r>
              <a:rPr lang="en-CA" sz="4000" dirty="0">
                <a:solidFill>
                  <a:schemeClr val="bg1"/>
                </a:solidFill>
              </a:rPr>
              <a:t>, Lisa Hawke</a:t>
            </a:r>
            <a:r>
              <a:rPr lang="en-CA" sz="4000" baseline="30000" dirty="0">
                <a:solidFill>
                  <a:schemeClr val="bg1"/>
                </a:solidFill>
              </a:rPr>
              <a:t>2,3</a:t>
            </a:r>
            <a:r>
              <a:rPr lang="en-CA" sz="4000" dirty="0">
                <a:solidFill>
                  <a:schemeClr val="bg1"/>
                </a:solidFill>
              </a:rPr>
              <a:t>, Nicole Kozloff</a:t>
            </a:r>
            <a:r>
              <a:rPr lang="en-CA" sz="4000" baseline="30000" dirty="0">
                <a:solidFill>
                  <a:schemeClr val="bg1"/>
                </a:solidFill>
              </a:rPr>
              <a:t>2,3</a:t>
            </a:r>
            <a:r>
              <a:rPr lang="en-CA" sz="4000" dirty="0">
                <a:solidFill>
                  <a:schemeClr val="bg1"/>
                </a:solidFill>
              </a:rPr>
              <a:t>, Yuliya Nikolova</a:t>
            </a:r>
            <a:r>
              <a:rPr lang="en-CA" sz="4000" baseline="30000" dirty="0">
                <a:solidFill>
                  <a:schemeClr val="bg1"/>
                </a:solidFill>
              </a:rPr>
              <a:t>2,3</a:t>
            </a:r>
            <a:r>
              <a:rPr lang="en-CA" sz="4000" dirty="0">
                <a:solidFill>
                  <a:schemeClr val="bg1"/>
                </a:solidFill>
              </a:rPr>
              <a:t>, Alexia Polillo</a:t>
            </a:r>
            <a:r>
              <a:rPr lang="en-CA" sz="4000" baseline="30000" dirty="0">
                <a:solidFill>
                  <a:schemeClr val="bg1"/>
                </a:solidFill>
              </a:rPr>
              <a:t>2,3</a:t>
            </a:r>
            <a:r>
              <a:rPr lang="en-CA" sz="4000" dirty="0">
                <a:solidFill>
                  <a:schemeClr val="bg1"/>
                </a:solidFill>
              </a:rPr>
              <a:t>, Lena Quilty</a:t>
            </a:r>
            <a:r>
              <a:rPr lang="en-CA" sz="4000" baseline="30000" dirty="0">
                <a:solidFill>
                  <a:schemeClr val="bg1"/>
                </a:solidFill>
              </a:rPr>
              <a:t>2,3</a:t>
            </a:r>
            <a:r>
              <a:rPr lang="en-CA" sz="4000" dirty="0">
                <a:solidFill>
                  <a:schemeClr val="bg1"/>
                </a:solidFill>
              </a:rPr>
              <a:t>, Aristotle Voineskos</a:t>
            </a:r>
            <a:r>
              <a:rPr lang="en-CA" sz="4000" baseline="30000" dirty="0">
                <a:solidFill>
                  <a:schemeClr val="bg1"/>
                </a:solidFill>
              </a:rPr>
              <a:t>2,3</a:t>
            </a:r>
            <a:r>
              <a:rPr lang="en-CA" sz="4000" dirty="0">
                <a:solidFill>
                  <a:schemeClr val="bg1"/>
                </a:solidFill>
              </a:rPr>
              <a:t>, Wei Wang</a:t>
            </a:r>
            <a:r>
              <a:rPr lang="en-CA" sz="4000" baseline="30000" dirty="0">
                <a:solidFill>
                  <a:schemeClr val="bg1"/>
                </a:solidFill>
              </a:rPr>
              <a:t>2,3</a:t>
            </a:r>
            <a:r>
              <a:rPr lang="en-CA" sz="4000" dirty="0">
                <a:solidFill>
                  <a:schemeClr val="bg1"/>
                </a:solidFill>
              </a:rPr>
              <a:t>, Erin Dickie</a:t>
            </a:r>
            <a:r>
              <a:rPr lang="en-CA" sz="4000" baseline="30000" dirty="0">
                <a:solidFill>
                  <a:schemeClr val="bg1"/>
                </a:solidFill>
              </a:rPr>
              <a:t>2,3, </a:t>
            </a:r>
            <a:r>
              <a:rPr lang="en-CA" sz="4000" dirty="0">
                <a:solidFill>
                  <a:schemeClr val="bg1"/>
                </a:solidFill>
              </a:rPr>
              <a:t>and the TAY CAMH Cohort Study Group</a:t>
            </a:r>
          </a:p>
          <a:p>
            <a:pPr algn="ctr"/>
            <a:r>
              <a:rPr lang="en-CA" sz="4000" dirty="0">
                <a:solidFill>
                  <a:schemeClr val="bg1"/>
                </a:solidFill>
              </a:rPr>
              <a:t>(1) McMaster University (2) Center for Addictions and Mental Health (CAMH) (3) University of Toronto (4) The Hospital for Sick Children</a:t>
            </a:r>
          </a:p>
          <a:p>
            <a:pPr algn="ctr"/>
            <a:endParaRPr lang="en-US" sz="4000" dirty="0">
              <a:solidFill>
                <a:schemeClr val="bg1"/>
              </a:solidFill>
            </a:endParaRPr>
          </a:p>
        </p:txBody>
      </p:sp>
      <p:pic>
        <p:nvPicPr>
          <p:cNvPr id="11" name="Picture 10">
            <a:extLst>
              <a:ext uri="{FF2B5EF4-FFF2-40B4-BE49-F238E27FC236}">
                <a16:creationId xmlns:a16="http://schemas.microsoft.com/office/drawing/2014/main" id="{FD445D4A-9ABF-5721-DD6D-C3A5DADB93DC}"/>
              </a:ext>
            </a:extLst>
          </p:cNvPr>
          <p:cNvPicPr>
            <a:picLocks noChangeAspect="1"/>
          </p:cNvPicPr>
          <p:nvPr/>
        </p:nvPicPr>
        <p:blipFill>
          <a:blip r:embed="rId6"/>
          <a:stretch>
            <a:fillRect/>
          </a:stretch>
        </p:blipFill>
        <p:spPr>
          <a:xfrm>
            <a:off x="487680" y="435428"/>
            <a:ext cx="3048000" cy="3048000"/>
          </a:xfrm>
          <a:prstGeom prst="rect">
            <a:avLst/>
          </a:prstGeom>
        </p:spPr>
      </p:pic>
      <p:pic>
        <p:nvPicPr>
          <p:cNvPr id="13" name="Picture 12">
            <a:extLst>
              <a:ext uri="{FF2B5EF4-FFF2-40B4-BE49-F238E27FC236}">
                <a16:creationId xmlns:a16="http://schemas.microsoft.com/office/drawing/2014/main" id="{91E5131C-EE4F-CF33-9493-4648FC84C1CC}"/>
              </a:ext>
            </a:extLst>
          </p:cNvPr>
          <p:cNvPicPr>
            <a:picLocks noChangeAspect="1"/>
          </p:cNvPicPr>
          <p:nvPr/>
        </p:nvPicPr>
        <p:blipFill>
          <a:blip r:embed="rId7"/>
          <a:stretch>
            <a:fillRect/>
          </a:stretch>
        </p:blipFill>
        <p:spPr>
          <a:xfrm>
            <a:off x="39127509" y="2081319"/>
            <a:ext cx="3861594" cy="1551595"/>
          </a:xfrm>
          <a:prstGeom prst="rect">
            <a:avLst/>
          </a:prstGeom>
        </p:spPr>
      </p:pic>
      <p:pic>
        <p:nvPicPr>
          <p:cNvPr id="15" name="Picture 14">
            <a:extLst>
              <a:ext uri="{FF2B5EF4-FFF2-40B4-BE49-F238E27FC236}">
                <a16:creationId xmlns:a16="http://schemas.microsoft.com/office/drawing/2014/main" id="{E5A9108F-230D-B504-F923-AB93582C0C1B}"/>
              </a:ext>
            </a:extLst>
          </p:cNvPr>
          <p:cNvPicPr>
            <a:picLocks noChangeAspect="1"/>
          </p:cNvPicPr>
          <p:nvPr/>
        </p:nvPicPr>
        <p:blipFill>
          <a:blip r:embed="rId8"/>
          <a:stretch/>
        </p:blipFill>
        <p:spPr>
          <a:xfrm>
            <a:off x="39909784" y="56930"/>
            <a:ext cx="2131786" cy="2131786"/>
          </a:xfrm>
          <a:prstGeom prst="rect">
            <a:avLst/>
          </a:prstGeom>
        </p:spPr>
      </p:pic>
      <p:sp>
        <p:nvSpPr>
          <p:cNvPr id="16" name="TextBox 15">
            <a:extLst>
              <a:ext uri="{FF2B5EF4-FFF2-40B4-BE49-F238E27FC236}">
                <a16:creationId xmlns:a16="http://schemas.microsoft.com/office/drawing/2014/main" id="{575DBC07-0B9D-A162-AA5C-CACF338F46E7}"/>
              </a:ext>
            </a:extLst>
          </p:cNvPr>
          <p:cNvSpPr txBox="1"/>
          <p:nvPr/>
        </p:nvSpPr>
        <p:spPr>
          <a:xfrm>
            <a:off x="487679" y="4842181"/>
            <a:ext cx="7406850" cy="5016758"/>
          </a:xfrm>
          <a:prstGeom prst="rect">
            <a:avLst/>
          </a:prstGeom>
          <a:noFill/>
        </p:spPr>
        <p:txBody>
          <a:bodyPr wrap="square" rtlCol="0">
            <a:spAutoFit/>
          </a:bodyPr>
          <a:lstStyle/>
          <a:p>
            <a:pPr marL="571500" lvl="0" indent="-571500">
              <a:buFont typeface="Arial" panose="020B0604020202020204" pitchFamily="34" charset="0"/>
              <a:buChar char="•"/>
            </a:pPr>
            <a:r>
              <a:rPr lang="en-CA" sz="4000" dirty="0"/>
              <a:t>Psychosis spectrum symptoms (PSS) are subclinical psychotic experiences that may be risk factor for clinical psychosis.</a:t>
            </a:r>
            <a:r>
              <a:rPr lang="en-CA" sz="4000" baseline="30000" dirty="0"/>
              <a:t>1</a:t>
            </a:r>
            <a:endParaRPr lang="en-CA" sz="4000" dirty="0"/>
          </a:p>
          <a:p>
            <a:pPr marL="571500" lvl="0" indent="-571500">
              <a:buFont typeface="Arial" panose="020B0604020202020204" pitchFamily="34" charset="0"/>
              <a:buChar char="•"/>
            </a:pPr>
            <a:r>
              <a:rPr lang="en-CA" sz="4000" dirty="0"/>
              <a:t>Adults with schizophrenia spectrum disorders show age-related differences in fractional anisotropy (FA)</a:t>
            </a:r>
            <a:r>
              <a:rPr lang="en-CA" sz="4000" baseline="30000" dirty="0"/>
              <a:t>2</a:t>
            </a:r>
            <a:endParaRPr lang="en-CA" sz="4000" dirty="0"/>
          </a:p>
        </p:txBody>
      </p:sp>
      <p:sp>
        <p:nvSpPr>
          <p:cNvPr id="18" name="TextBox 17">
            <a:extLst>
              <a:ext uri="{FF2B5EF4-FFF2-40B4-BE49-F238E27FC236}">
                <a16:creationId xmlns:a16="http://schemas.microsoft.com/office/drawing/2014/main" id="{E1CFD7BC-695E-F01D-E172-46DEF5B3B53C}"/>
              </a:ext>
            </a:extLst>
          </p:cNvPr>
          <p:cNvSpPr txBox="1"/>
          <p:nvPr/>
        </p:nvSpPr>
        <p:spPr>
          <a:xfrm>
            <a:off x="528475" y="10895227"/>
            <a:ext cx="7292900" cy="4093428"/>
          </a:xfrm>
          <a:prstGeom prst="rect">
            <a:avLst/>
          </a:prstGeom>
          <a:noFill/>
        </p:spPr>
        <p:txBody>
          <a:bodyPr wrap="square">
            <a:spAutoFit/>
          </a:bodyPr>
          <a:lstStyle/>
          <a:p>
            <a:pPr algn="ctr"/>
            <a:r>
              <a:rPr lang="en-CA" sz="4000" b="1" dirty="0"/>
              <a:t>Aim 1: To investigate whether similar patterns of FA deviations exist in youth with PSS</a:t>
            </a:r>
          </a:p>
          <a:p>
            <a:pPr algn="ctr"/>
            <a:endParaRPr lang="en-CA" sz="2000" b="0" i="0" u="none" strike="noStrike" dirty="0">
              <a:solidFill>
                <a:srgbClr val="000000"/>
              </a:solidFill>
              <a:effectLst/>
            </a:endParaRPr>
          </a:p>
          <a:p>
            <a:pPr algn="ctr">
              <a:buNone/>
            </a:pPr>
            <a:r>
              <a:rPr lang="en-CA" sz="4000" b="0" i="0" u="none" strike="noStrike" dirty="0">
                <a:solidFill>
                  <a:srgbClr val="000000"/>
                </a:solidFill>
                <a:effectLst/>
              </a:rPr>
              <a:t>Hypothesis: Youth with PSS will have lower average FA values compared to non-PSS youth. </a:t>
            </a:r>
            <a:endParaRPr lang="en-CA" dirty="0"/>
          </a:p>
        </p:txBody>
      </p:sp>
      <p:sp>
        <p:nvSpPr>
          <p:cNvPr id="20" name="TextBox 19">
            <a:extLst>
              <a:ext uri="{FF2B5EF4-FFF2-40B4-BE49-F238E27FC236}">
                <a16:creationId xmlns:a16="http://schemas.microsoft.com/office/drawing/2014/main" id="{C211A960-5C63-9D5B-B2FE-F0C2B46AAF3F}"/>
              </a:ext>
            </a:extLst>
          </p:cNvPr>
          <p:cNvSpPr txBox="1"/>
          <p:nvPr/>
        </p:nvSpPr>
        <p:spPr>
          <a:xfrm>
            <a:off x="528476" y="16302610"/>
            <a:ext cx="7292899" cy="7478970"/>
          </a:xfrm>
          <a:prstGeom prst="rect">
            <a:avLst/>
          </a:prstGeom>
          <a:noFill/>
        </p:spPr>
        <p:txBody>
          <a:bodyPr wrap="square">
            <a:spAutoFit/>
          </a:bodyPr>
          <a:lstStyle/>
          <a:p>
            <a:pPr algn="ctr">
              <a:buNone/>
            </a:pPr>
            <a:r>
              <a:rPr lang="en-CA" sz="4000" b="1" i="0" u="none" strike="noStrike" dirty="0">
                <a:solidFill>
                  <a:srgbClr val="000000"/>
                </a:solidFill>
                <a:effectLst/>
              </a:rPr>
              <a:t>TAY CAMH Cohort Study</a:t>
            </a:r>
          </a:p>
          <a:p>
            <a:pPr marL="342900" lvl="0" indent="-342900">
              <a:buFont typeface="Arial" panose="020B0604020202020204" pitchFamily="34" charset="0"/>
              <a:buChar char="•"/>
            </a:pPr>
            <a:r>
              <a:rPr lang="en-CA" sz="4000" dirty="0">
                <a:solidFill>
                  <a:srgbClr val="000000"/>
                </a:solidFill>
              </a:rPr>
              <a:t>635 </a:t>
            </a:r>
            <a:r>
              <a:rPr lang="en-CA" sz="4000" b="0" i="0" u="none" strike="noStrike" dirty="0">
                <a:solidFill>
                  <a:srgbClr val="000000"/>
                </a:solidFill>
                <a:effectLst/>
              </a:rPr>
              <a:t>youth aged 11-24</a:t>
            </a:r>
            <a:r>
              <a:rPr lang="en-CA" sz="4000" dirty="0">
                <a:solidFill>
                  <a:srgbClr val="000000"/>
                </a:solidFill>
              </a:rPr>
              <a:t> seeking or accessing services at CAMH. </a:t>
            </a:r>
          </a:p>
          <a:p>
            <a:pPr marL="342900" lvl="0" indent="-342900">
              <a:buFont typeface="Arial" panose="020B0604020202020204" pitchFamily="34" charset="0"/>
              <a:buChar char="•"/>
            </a:pPr>
            <a:r>
              <a:rPr lang="en-CA" sz="4000" dirty="0">
                <a:solidFill>
                  <a:srgbClr val="000000"/>
                </a:solidFill>
              </a:rPr>
              <a:t>PSS assessed using the Prime Screen-Revised Questionnaire</a:t>
            </a:r>
            <a:endParaRPr lang="en-CA" dirty="0">
              <a:effectLst/>
            </a:endParaRPr>
          </a:p>
          <a:p>
            <a:pPr marL="342900" lvl="0" indent="-342900">
              <a:buFont typeface="Arial" panose="020B0604020202020204" pitchFamily="34" charset="0"/>
              <a:buChar char="•"/>
            </a:pPr>
            <a:r>
              <a:rPr lang="en-CA" sz="4000" b="0" i="0" u="none" strike="noStrike" dirty="0">
                <a:solidFill>
                  <a:srgbClr val="000000"/>
                </a:solidFill>
                <a:effectLst/>
              </a:rPr>
              <a:t>Diffusion magnetic resonance imaging scans were collected and preprocessed using QSIPrep.</a:t>
            </a:r>
            <a:r>
              <a:rPr lang="en-CA" sz="4000" b="0" i="0" u="none" strike="noStrike" baseline="30000" dirty="0">
                <a:solidFill>
                  <a:srgbClr val="000000"/>
                </a:solidFill>
                <a:effectLst/>
              </a:rPr>
              <a:t>3</a:t>
            </a:r>
            <a:r>
              <a:rPr lang="en-CA" sz="4000" b="0" i="0" u="none" strike="noStrike" dirty="0">
                <a:solidFill>
                  <a:srgbClr val="000000"/>
                </a:solidFill>
                <a:effectLst/>
              </a:rPr>
              <a:t> </a:t>
            </a:r>
            <a:endParaRPr lang="en-CA" dirty="0">
              <a:effectLst/>
            </a:endParaRPr>
          </a:p>
          <a:p>
            <a:pPr marL="342900" lvl="0" indent="-342900">
              <a:buFont typeface="Arial" panose="020B0604020202020204" pitchFamily="34" charset="0"/>
              <a:buChar char="•"/>
            </a:pPr>
            <a:r>
              <a:rPr lang="en-CA" sz="4000" b="0" i="0" u="none" strike="noStrike" dirty="0">
                <a:solidFill>
                  <a:srgbClr val="000000"/>
                </a:solidFill>
                <a:effectLst/>
              </a:rPr>
              <a:t>Linear regression model with age, sex, </a:t>
            </a:r>
            <a:r>
              <a:rPr lang="en-CA" sz="4000" dirty="0">
                <a:solidFill>
                  <a:srgbClr val="000000"/>
                </a:solidFill>
              </a:rPr>
              <a:t>and motion as covariates </a:t>
            </a:r>
            <a:endParaRPr lang="en-CA" dirty="0">
              <a:effectLst/>
            </a:endParaRPr>
          </a:p>
        </p:txBody>
      </p:sp>
      <p:sp>
        <p:nvSpPr>
          <p:cNvPr id="21" name="TextBox 20">
            <a:extLst>
              <a:ext uri="{FF2B5EF4-FFF2-40B4-BE49-F238E27FC236}">
                <a16:creationId xmlns:a16="http://schemas.microsoft.com/office/drawing/2014/main" id="{54E7EF90-B215-3D59-7374-375AB6956087}"/>
              </a:ext>
            </a:extLst>
          </p:cNvPr>
          <p:cNvSpPr txBox="1"/>
          <p:nvPr/>
        </p:nvSpPr>
        <p:spPr>
          <a:xfrm>
            <a:off x="414527" y="4010796"/>
            <a:ext cx="7406850" cy="769441"/>
          </a:xfrm>
          <a:prstGeom prst="rect">
            <a:avLst/>
          </a:prstGeom>
          <a:solidFill>
            <a:schemeClr val="accent5">
              <a:lumMod val="75000"/>
            </a:schemeClr>
          </a:solidFill>
        </p:spPr>
        <p:txBody>
          <a:bodyPr wrap="square" rtlCol="0">
            <a:spAutoFit/>
          </a:bodyPr>
          <a:lstStyle/>
          <a:p>
            <a:pPr algn="ctr"/>
            <a:r>
              <a:rPr lang="en-US" sz="4400" dirty="0">
                <a:solidFill>
                  <a:schemeClr val="bg1"/>
                </a:solidFill>
              </a:rPr>
              <a:t>BACKGROUND</a:t>
            </a:r>
          </a:p>
        </p:txBody>
      </p:sp>
      <p:sp>
        <p:nvSpPr>
          <p:cNvPr id="22" name="TextBox 21">
            <a:extLst>
              <a:ext uri="{FF2B5EF4-FFF2-40B4-BE49-F238E27FC236}">
                <a16:creationId xmlns:a16="http://schemas.microsoft.com/office/drawing/2014/main" id="{01F2C92C-A4FE-582F-082A-B9FBD3027EE5}"/>
              </a:ext>
            </a:extLst>
          </p:cNvPr>
          <p:cNvSpPr txBox="1"/>
          <p:nvPr/>
        </p:nvSpPr>
        <p:spPr>
          <a:xfrm>
            <a:off x="528476" y="9858939"/>
            <a:ext cx="7292900" cy="769441"/>
          </a:xfrm>
          <a:prstGeom prst="rect">
            <a:avLst/>
          </a:prstGeom>
          <a:solidFill>
            <a:schemeClr val="accent5">
              <a:lumMod val="75000"/>
            </a:schemeClr>
          </a:solidFill>
        </p:spPr>
        <p:txBody>
          <a:bodyPr wrap="square" rtlCol="0">
            <a:spAutoFit/>
          </a:bodyPr>
          <a:lstStyle/>
          <a:p>
            <a:pPr algn="ctr"/>
            <a:r>
              <a:rPr lang="en-US" sz="4400" dirty="0">
                <a:solidFill>
                  <a:schemeClr val="bg1"/>
                </a:solidFill>
              </a:rPr>
              <a:t>AIMS AND HYPOTHESIS</a:t>
            </a:r>
          </a:p>
        </p:txBody>
      </p:sp>
      <p:sp>
        <p:nvSpPr>
          <p:cNvPr id="23" name="TextBox 22">
            <a:extLst>
              <a:ext uri="{FF2B5EF4-FFF2-40B4-BE49-F238E27FC236}">
                <a16:creationId xmlns:a16="http://schemas.microsoft.com/office/drawing/2014/main" id="{2239DE12-BD94-EF92-7CBE-A9A42E711B13}"/>
              </a:ext>
            </a:extLst>
          </p:cNvPr>
          <p:cNvSpPr txBox="1"/>
          <p:nvPr/>
        </p:nvSpPr>
        <p:spPr>
          <a:xfrm>
            <a:off x="528476" y="15290424"/>
            <a:ext cx="7292899" cy="769441"/>
          </a:xfrm>
          <a:prstGeom prst="rect">
            <a:avLst/>
          </a:prstGeom>
          <a:solidFill>
            <a:schemeClr val="accent5">
              <a:lumMod val="75000"/>
            </a:schemeClr>
          </a:solidFill>
        </p:spPr>
        <p:txBody>
          <a:bodyPr wrap="square" rtlCol="0">
            <a:spAutoFit/>
          </a:bodyPr>
          <a:lstStyle/>
          <a:p>
            <a:pPr algn="ctr"/>
            <a:r>
              <a:rPr lang="en-US" sz="4400" dirty="0">
                <a:solidFill>
                  <a:schemeClr val="bg1"/>
                </a:solidFill>
              </a:rPr>
              <a:t>METHODS</a:t>
            </a:r>
          </a:p>
        </p:txBody>
      </p:sp>
      <p:sp>
        <p:nvSpPr>
          <p:cNvPr id="25" name="TextBox 24">
            <a:extLst>
              <a:ext uri="{FF2B5EF4-FFF2-40B4-BE49-F238E27FC236}">
                <a16:creationId xmlns:a16="http://schemas.microsoft.com/office/drawing/2014/main" id="{4C9D7B84-8111-840A-87BA-4FFEAB7CDA19}"/>
              </a:ext>
            </a:extLst>
          </p:cNvPr>
          <p:cNvSpPr txBox="1"/>
          <p:nvPr/>
        </p:nvSpPr>
        <p:spPr>
          <a:xfrm>
            <a:off x="35357294" y="4880752"/>
            <a:ext cx="7882184" cy="2554545"/>
          </a:xfrm>
          <a:prstGeom prst="rect">
            <a:avLst/>
          </a:prstGeom>
          <a:noFill/>
        </p:spPr>
        <p:txBody>
          <a:bodyPr wrap="square" rtlCol="0">
            <a:spAutoFit/>
          </a:bodyPr>
          <a:lstStyle/>
          <a:p>
            <a:pPr marL="571500" lvl="0" indent="-571500">
              <a:buFont typeface="Arial" panose="020B0604020202020204" pitchFamily="34" charset="0"/>
              <a:buChar char="•"/>
            </a:pPr>
            <a:r>
              <a:rPr lang="en-CA" sz="4000" dirty="0"/>
              <a:t>No significant effect of PSS status on average FA.</a:t>
            </a:r>
          </a:p>
          <a:p>
            <a:pPr marL="571500" lvl="0" indent="-571500">
              <a:buFont typeface="Arial" panose="020B0604020202020204" pitchFamily="34" charset="0"/>
              <a:buChar char="•"/>
            </a:pPr>
            <a:r>
              <a:rPr lang="en-CA" sz="4000" b="1" dirty="0"/>
              <a:t>There was a significant sex-by-PSS effect.</a:t>
            </a:r>
          </a:p>
        </p:txBody>
      </p:sp>
      <p:sp>
        <p:nvSpPr>
          <p:cNvPr id="26" name="TextBox 25">
            <a:extLst>
              <a:ext uri="{FF2B5EF4-FFF2-40B4-BE49-F238E27FC236}">
                <a16:creationId xmlns:a16="http://schemas.microsoft.com/office/drawing/2014/main" id="{085E13FE-FD15-E325-4BD6-E75B7DA516CD}"/>
              </a:ext>
            </a:extLst>
          </p:cNvPr>
          <p:cNvSpPr txBox="1"/>
          <p:nvPr/>
        </p:nvSpPr>
        <p:spPr>
          <a:xfrm>
            <a:off x="35297592" y="14828239"/>
            <a:ext cx="7941885" cy="707886"/>
          </a:xfrm>
          <a:prstGeom prst="rect">
            <a:avLst/>
          </a:prstGeom>
          <a:solidFill>
            <a:schemeClr val="accent5">
              <a:lumMod val="75000"/>
            </a:schemeClr>
          </a:solidFill>
        </p:spPr>
        <p:txBody>
          <a:bodyPr wrap="square" rtlCol="0">
            <a:spAutoFit/>
          </a:bodyPr>
          <a:lstStyle/>
          <a:p>
            <a:pPr algn="ctr"/>
            <a:r>
              <a:rPr lang="en-US" sz="4000" dirty="0">
                <a:solidFill>
                  <a:schemeClr val="bg1"/>
                </a:solidFill>
              </a:rPr>
              <a:t>REFERENCES</a:t>
            </a:r>
          </a:p>
        </p:txBody>
      </p:sp>
      <p:sp>
        <p:nvSpPr>
          <p:cNvPr id="27" name="TextBox 26">
            <a:extLst>
              <a:ext uri="{FF2B5EF4-FFF2-40B4-BE49-F238E27FC236}">
                <a16:creationId xmlns:a16="http://schemas.microsoft.com/office/drawing/2014/main" id="{CADB014E-C5E9-4483-8C6A-31BFA1F266C9}"/>
              </a:ext>
            </a:extLst>
          </p:cNvPr>
          <p:cNvSpPr txBox="1"/>
          <p:nvPr/>
        </p:nvSpPr>
        <p:spPr>
          <a:xfrm>
            <a:off x="35357294" y="15687814"/>
            <a:ext cx="7882184" cy="5170646"/>
          </a:xfrm>
          <a:prstGeom prst="rect">
            <a:avLst/>
          </a:prstGeom>
          <a:noFill/>
        </p:spPr>
        <p:txBody>
          <a:bodyPr wrap="square" rtlCol="0">
            <a:spAutoFit/>
          </a:bodyPr>
          <a:lstStyle/>
          <a:p>
            <a:pPr lvl="0"/>
            <a:r>
              <a:rPr lang="en-CA" sz="3000" dirty="0"/>
              <a:t>1. </a:t>
            </a:r>
            <a:r>
              <a:rPr lang="en-CA" sz="3000" dirty="0" err="1"/>
              <a:t>DeRosse</a:t>
            </a:r>
            <a:r>
              <a:rPr lang="en-CA" sz="3000" dirty="0"/>
              <a:t> P et al. Examining the Psychosis Continuum. Curr </a:t>
            </a:r>
            <a:r>
              <a:rPr lang="en-CA" sz="3000" dirty="0" err="1"/>
              <a:t>Behav</a:t>
            </a:r>
            <a:r>
              <a:rPr lang="en-CA" sz="3000" dirty="0"/>
              <a:t> </a:t>
            </a:r>
            <a:r>
              <a:rPr lang="en-CA" sz="3000" dirty="0" err="1"/>
              <a:t>Neurosci</a:t>
            </a:r>
            <a:r>
              <a:rPr lang="en-CA" sz="3000" dirty="0"/>
              <a:t> Rep</a:t>
            </a:r>
            <a:r>
              <a:rPr lang="en-CA" sz="3000" i="1" dirty="0"/>
              <a:t>. </a:t>
            </a:r>
            <a:r>
              <a:rPr lang="en-CA" sz="3000" dirty="0"/>
              <a:t>2015.</a:t>
            </a:r>
          </a:p>
          <a:p>
            <a:pPr lvl="0"/>
            <a:r>
              <a:rPr lang="en-CA" sz="3000" dirty="0"/>
              <a:t>2. Harms MP et al. Fractional anisotropy in individuals with schizophrenia and their nonpsychotic siblings. </a:t>
            </a:r>
            <a:r>
              <a:rPr lang="en-CA" sz="3000" i="1" dirty="0"/>
              <a:t>Psychiatry Res Neuroimaging</a:t>
            </a:r>
            <a:r>
              <a:rPr lang="en-CA" sz="3000" dirty="0"/>
              <a:t>. 2015.</a:t>
            </a:r>
          </a:p>
          <a:p>
            <a:pPr lvl="0"/>
            <a:r>
              <a:rPr lang="en-CA" sz="3000" dirty="0"/>
              <a:t>3. Dickie EW et al. Neuroimaging and </a:t>
            </a:r>
            <a:r>
              <a:rPr lang="en-CA" sz="3000" dirty="0" err="1"/>
              <a:t>Biosample</a:t>
            </a:r>
            <a:r>
              <a:rPr lang="en-CA" sz="3000" dirty="0"/>
              <a:t> Collection in the Toronto Adolescent and Youth Cohort Study: Rationale, Methods, and Early Data. </a:t>
            </a:r>
            <a:r>
              <a:rPr lang="en-CA" sz="3000" i="1" dirty="0"/>
              <a:t>Biol Psychiatry</a:t>
            </a:r>
            <a:r>
              <a:rPr lang="en-CA" sz="3000" dirty="0"/>
              <a:t>. </a:t>
            </a:r>
            <a:r>
              <a:rPr lang="en-CA" sz="3000" i="1" dirty="0" err="1"/>
              <a:t>Cogn</a:t>
            </a:r>
            <a:r>
              <a:rPr lang="en-CA" sz="3000" i="1" dirty="0"/>
              <a:t> </a:t>
            </a:r>
            <a:r>
              <a:rPr lang="en-CA" sz="3000" i="1" dirty="0" err="1"/>
              <a:t>Neurosci</a:t>
            </a:r>
            <a:r>
              <a:rPr lang="en-CA" sz="3000" i="1" dirty="0"/>
              <a:t> Neuroimaging. 2024</a:t>
            </a:r>
            <a:endParaRPr lang="en-CA" sz="3000" dirty="0">
              <a:effectLst/>
            </a:endParaRPr>
          </a:p>
        </p:txBody>
      </p:sp>
      <p:sp>
        <p:nvSpPr>
          <p:cNvPr id="29" name="TextBox 28">
            <a:extLst>
              <a:ext uri="{FF2B5EF4-FFF2-40B4-BE49-F238E27FC236}">
                <a16:creationId xmlns:a16="http://schemas.microsoft.com/office/drawing/2014/main" id="{AA1B62E6-72A3-081D-57A5-2709627C66E4}"/>
              </a:ext>
            </a:extLst>
          </p:cNvPr>
          <p:cNvSpPr txBox="1"/>
          <p:nvPr/>
        </p:nvSpPr>
        <p:spPr>
          <a:xfrm>
            <a:off x="35207802" y="21037667"/>
            <a:ext cx="8268483" cy="3539430"/>
          </a:xfrm>
          <a:prstGeom prst="rect">
            <a:avLst/>
          </a:prstGeom>
          <a:solidFill>
            <a:schemeClr val="bg2"/>
          </a:solidFill>
        </p:spPr>
        <p:txBody>
          <a:bodyPr wrap="square" rtlCol="0">
            <a:spAutoFit/>
          </a:bodyPr>
          <a:lstStyle/>
          <a:p>
            <a:pPr algn="just"/>
            <a:r>
              <a:rPr lang="en-CA" sz="3200" dirty="0"/>
              <a:t>Acknowledgments: The TAY Cohort Study is funded by the CAMH Discovery Fund. This study would not be possible without the time and effort of our study research staff, our Youth and Caregiver Advisors and the generous participation of our adolescents, youth and caregivers' participation.</a:t>
            </a:r>
          </a:p>
        </p:txBody>
      </p:sp>
      <p:sp>
        <p:nvSpPr>
          <p:cNvPr id="30" name="TextBox 29">
            <a:extLst>
              <a:ext uri="{FF2B5EF4-FFF2-40B4-BE49-F238E27FC236}">
                <a16:creationId xmlns:a16="http://schemas.microsoft.com/office/drawing/2014/main" id="{EF6D63BE-7C66-A8B8-2B19-9F595732593B}"/>
              </a:ext>
            </a:extLst>
          </p:cNvPr>
          <p:cNvSpPr txBox="1"/>
          <p:nvPr/>
        </p:nvSpPr>
        <p:spPr>
          <a:xfrm>
            <a:off x="7970869" y="4020946"/>
            <a:ext cx="27236933" cy="769441"/>
          </a:xfrm>
          <a:prstGeom prst="rect">
            <a:avLst/>
          </a:prstGeom>
          <a:solidFill>
            <a:schemeClr val="accent5">
              <a:lumMod val="50000"/>
            </a:schemeClr>
          </a:solidFill>
        </p:spPr>
        <p:txBody>
          <a:bodyPr wrap="square" rtlCol="0">
            <a:spAutoFit/>
          </a:bodyPr>
          <a:lstStyle/>
          <a:p>
            <a:pPr algn="ctr"/>
            <a:r>
              <a:rPr lang="en-US" sz="4400" dirty="0">
                <a:solidFill>
                  <a:schemeClr val="bg1"/>
                </a:solidFill>
              </a:rPr>
              <a:t>RESULTS</a:t>
            </a:r>
          </a:p>
        </p:txBody>
      </p:sp>
      <p:sp>
        <p:nvSpPr>
          <p:cNvPr id="40" name="TextBox 39">
            <a:extLst>
              <a:ext uri="{FF2B5EF4-FFF2-40B4-BE49-F238E27FC236}">
                <a16:creationId xmlns:a16="http://schemas.microsoft.com/office/drawing/2014/main" id="{BE6A738D-ACBA-E95D-12CC-AF289E27EE54}"/>
              </a:ext>
            </a:extLst>
          </p:cNvPr>
          <p:cNvSpPr txBox="1"/>
          <p:nvPr/>
        </p:nvSpPr>
        <p:spPr>
          <a:xfrm>
            <a:off x="7970868" y="4935713"/>
            <a:ext cx="10659563" cy="707886"/>
          </a:xfrm>
          <a:prstGeom prst="rect">
            <a:avLst/>
          </a:prstGeom>
          <a:noFill/>
        </p:spPr>
        <p:txBody>
          <a:bodyPr wrap="square" rtlCol="0">
            <a:spAutoFit/>
          </a:bodyPr>
          <a:lstStyle/>
          <a:p>
            <a:r>
              <a:rPr lang="en-CA" sz="4000" dirty="0"/>
              <a:t>Table 1. Baseline demographics of participants.</a:t>
            </a:r>
          </a:p>
        </p:txBody>
      </p:sp>
      <p:sp>
        <p:nvSpPr>
          <p:cNvPr id="42" name="TextBox 41">
            <a:extLst>
              <a:ext uri="{FF2B5EF4-FFF2-40B4-BE49-F238E27FC236}">
                <a16:creationId xmlns:a16="http://schemas.microsoft.com/office/drawing/2014/main" id="{5F0F3319-4D36-8229-27A2-EEBAFF77032E}"/>
              </a:ext>
            </a:extLst>
          </p:cNvPr>
          <p:cNvSpPr txBox="1"/>
          <p:nvPr/>
        </p:nvSpPr>
        <p:spPr>
          <a:xfrm>
            <a:off x="21731088" y="11977387"/>
            <a:ext cx="13591394" cy="1323439"/>
          </a:xfrm>
          <a:prstGeom prst="rect">
            <a:avLst/>
          </a:prstGeom>
          <a:noFill/>
        </p:spPr>
        <p:txBody>
          <a:bodyPr wrap="square" rtlCol="0">
            <a:spAutoFit/>
          </a:bodyPr>
          <a:lstStyle/>
          <a:p>
            <a:r>
              <a:rPr lang="en-CA" sz="4000" dirty="0"/>
              <a:t>Fig 1. There was no significant difference in PSS vs non-PSS youth for average FA (d=-0.09; t(630)=-1.17; p=0.24).</a:t>
            </a:r>
          </a:p>
        </p:txBody>
      </p:sp>
      <p:sp>
        <p:nvSpPr>
          <p:cNvPr id="45" name="TextBox 44">
            <a:extLst>
              <a:ext uri="{FF2B5EF4-FFF2-40B4-BE49-F238E27FC236}">
                <a16:creationId xmlns:a16="http://schemas.microsoft.com/office/drawing/2014/main" id="{332A24B9-235A-CD2F-9F63-5912E80E7475}"/>
              </a:ext>
            </a:extLst>
          </p:cNvPr>
          <p:cNvSpPr txBox="1"/>
          <p:nvPr/>
        </p:nvSpPr>
        <p:spPr>
          <a:xfrm>
            <a:off x="21898572" y="22703528"/>
            <a:ext cx="13256640" cy="1938992"/>
          </a:xfrm>
          <a:prstGeom prst="rect">
            <a:avLst/>
          </a:prstGeom>
          <a:noFill/>
        </p:spPr>
        <p:txBody>
          <a:bodyPr wrap="square">
            <a:spAutoFit/>
          </a:bodyPr>
          <a:lstStyle/>
          <a:p>
            <a:pPr algn="ctr"/>
            <a:endParaRPr lang="en-CA" sz="4000" dirty="0"/>
          </a:p>
          <a:p>
            <a:pPr algn="ctr"/>
            <a:r>
              <a:rPr lang="en-CA" sz="4000" dirty="0"/>
              <a:t>Figure 3. Exploratory tract-level analyses showing a </a:t>
            </a:r>
            <a:r>
              <a:rPr lang="en-CA" sz="4000" b="1" dirty="0"/>
              <a:t>sex-by-PSS interaction in the external capsule (t(629)=2.30; p=0.022).</a:t>
            </a:r>
            <a:endParaRPr lang="en-CA" sz="4000" dirty="0"/>
          </a:p>
        </p:txBody>
      </p:sp>
      <p:grpSp>
        <p:nvGrpSpPr>
          <p:cNvPr id="7" name="Group 6">
            <a:extLst>
              <a:ext uri="{FF2B5EF4-FFF2-40B4-BE49-F238E27FC236}">
                <a16:creationId xmlns:a16="http://schemas.microsoft.com/office/drawing/2014/main" id="{8A202344-FCEC-A18F-791F-3BE3B0F6DA87}"/>
              </a:ext>
            </a:extLst>
          </p:cNvPr>
          <p:cNvGrpSpPr/>
          <p:nvPr/>
        </p:nvGrpSpPr>
        <p:grpSpPr>
          <a:xfrm>
            <a:off x="7718544" y="16529571"/>
            <a:ext cx="13571736" cy="6114140"/>
            <a:chOff x="19114876" y="15447186"/>
            <a:chExt cx="9921498" cy="5176515"/>
          </a:xfrm>
        </p:grpSpPr>
        <p:pic>
          <p:nvPicPr>
            <p:cNvPr id="6" name="Picture 5">
              <a:extLst>
                <a:ext uri="{FF2B5EF4-FFF2-40B4-BE49-F238E27FC236}">
                  <a16:creationId xmlns:a16="http://schemas.microsoft.com/office/drawing/2014/main" id="{0A6C2EE8-7458-E028-24B0-EFEC86F53667}"/>
                </a:ext>
              </a:extLst>
            </p:cNvPr>
            <p:cNvPicPr>
              <a:picLocks noChangeAspect="1"/>
            </p:cNvPicPr>
            <p:nvPr/>
          </p:nvPicPr>
          <p:blipFill>
            <a:blip r:embed="rId9"/>
            <a:srcRect t="50000" r="48549"/>
            <a:stretch>
              <a:fillRect/>
            </a:stretch>
          </p:blipFill>
          <p:spPr>
            <a:xfrm>
              <a:off x="23049254" y="15647844"/>
              <a:ext cx="3678819" cy="4775200"/>
            </a:xfrm>
            <a:prstGeom prst="rect">
              <a:avLst/>
            </a:prstGeom>
          </p:spPr>
        </p:pic>
        <p:pic>
          <p:nvPicPr>
            <p:cNvPr id="54" name="Picture 53">
              <a:extLst>
                <a:ext uri="{FF2B5EF4-FFF2-40B4-BE49-F238E27FC236}">
                  <a16:creationId xmlns:a16="http://schemas.microsoft.com/office/drawing/2014/main" id="{4E12C0E9-2596-026E-9C95-292B02305756}"/>
                </a:ext>
              </a:extLst>
            </p:cNvPr>
            <p:cNvPicPr>
              <a:picLocks noChangeAspect="1"/>
            </p:cNvPicPr>
            <p:nvPr/>
          </p:nvPicPr>
          <p:blipFill>
            <a:blip r:embed="rId9"/>
            <a:srcRect r="48549" b="50000"/>
            <a:stretch>
              <a:fillRect/>
            </a:stretch>
          </p:blipFill>
          <p:spPr>
            <a:xfrm>
              <a:off x="19114876" y="15647844"/>
              <a:ext cx="3678819" cy="4775200"/>
            </a:xfrm>
            <a:prstGeom prst="rect">
              <a:avLst/>
            </a:prstGeom>
          </p:spPr>
        </p:pic>
        <p:pic>
          <p:nvPicPr>
            <p:cNvPr id="2" name="Picture 1">
              <a:extLst>
                <a:ext uri="{FF2B5EF4-FFF2-40B4-BE49-F238E27FC236}">
                  <a16:creationId xmlns:a16="http://schemas.microsoft.com/office/drawing/2014/main" id="{5081E7AC-78FC-A87B-5DEE-9C9B3A981523}"/>
                </a:ext>
              </a:extLst>
            </p:cNvPr>
            <p:cNvPicPr>
              <a:picLocks noChangeAspect="1"/>
            </p:cNvPicPr>
            <p:nvPr/>
          </p:nvPicPr>
          <p:blipFill>
            <a:blip r:embed="rId9"/>
            <a:srcRect l="48333" t="20798" r="22958" b="25000"/>
            <a:stretch>
              <a:fillRect/>
            </a:stretch>
          </p:blipFill>
          <p:spPr>
            <a:xfrm>
              <a:off x="26983633" y="15447186"/>
              <a:ext cx="2052741" cy="5176515"/>
            </a:xfrm>
            <a:prstGeom prst="rect">
              <a:avLst/>
            </a:prstGeom>
          </p:spPr>
        </p:pic>
      </p:grpSp>
      <p:sp>
        <p:nvSpPr>
          <p:cNvPr id="8" name="TextBox 7">
            <a:extLst>
              <a:ext uri="{FF2B5EF4-FFF2-40B4-BE49-F238E27FC236}">
                <a16:creationId xmlns:a16="http://schemas.microsoft.com/office/drawing/2014/main" id="{C7F7ACE9-4216-AC96-33A9-16914A8FB2A4}"/>
              </a:ext>
            </a:extLst>
          </p:cNvPr>
          <p:cNvSpPr txBox="1"/>
          <p:nvPr/>
        </p:nvSpPr>
        <p:spPr>
          <a:xfrm>
            <a:off x="35357295" y="4048109"/>
            <a:ext cx="7882184" cy="769441"/>
          </a:xfrm>
          <a:prstGeom prst="rect">
            <a:avLst/>
          </a:prstGeom>
          <a:solidFill>
            <a:schemeClr val="accent5">
              <a:lumMod val="75000"/>
            </a:schemeClr>
          </a:solidFill>
        </p:spPr>
        <p:txBody>
          <a:bodyPr wrap="square" rtlCol="0">
            <a:spAutoFit/>
          </a:bodyPr>
          <a:lstStyle/>
          <a:p>
            <a:pPr algn="ctr"/>
            <a:r>
              <a:rPr lang="en-US" sz="4400" dirty="0">
                <a:solidFill>
                  <a:schemeClr val="bg1"/>
                </a:solidFill>
              </a:rPr>
              <a:t>CONCLUSION</a:t>
            </a:r>
          </a:p>
        </p:txBody>
      </p:sp>
      <p:sp>
        <p:nvSpPr>
          <p:cNvPr id="10" name="TextBox 9">
            <a:extLst>
              <a:ext uri="{FF2B5EF4-FFF2-40B4-BE49-F238E27FC236}">
                <a16:creationId xmlns:a16="http://schemas.microsoft.com/office/drawing/2014/main" id="{D3EF801A-A974-9A84-4D8E-BAFB759A412F}"/>
              </a:ext>
            </a:extLst>
          </p:cNvPr>
          <p:cNvSpPr txBox="1"/>
          <p:nvPr/>
        </p:nvSpPr>
        <p:spPr>
          <a:xfrm>
            <a:off x="25483117" y="13850523"/>
            <a:ext cx="2673468" cy="707886"/>
          </a:xfrm>
          <a:prstGeom prst="rect">
            <a:avLst/>
          </a:prstGeom>
          <a:solidFill>
            <a:schemeClr val="bg1"/>
          </a:solidFill>
        </p:spPr>
        <p:txBody>
          <a:bodyPr wrap="square" rtlCol="0">
            <a:spAutoFit/>
          </a:bodyPr>
          <a:lstStyle/>
          <a:p>
            <a:pPr algn="ctr"/>
            <a:r>
              <a:rPr lang="en-US" sz="4000" dirty="0"/>
              <a:t>Female</a:t>
            </a:r>
          </a:p>
        </p:txBody>
      </p:sp>
      <p:sp>
        <p:nvSpPr>
          <p:cNvPr id="12" name="TextBox 11">
            <a:extLst>
              <a:ext uri="{FF2B5EF4-FFF2-40B4-BE49-F238E27FC236}">
                <a16:creationId xmlns:a16="http://schemas.microsoft.com/office/drawing/2014/main" id="{5910FC15-DEDF-EBF1-8B5D-D8D2EE347503}"/>
              </a:ext>
            </a:extLst>
          </p:cNvPr>
          <p:cNvSpPr txBox="1"/>
          <p:nvPr/>
        </p:nvSpPr>
        <p:spPr>
          <a:xfrm>
            <a:off x="30780169" y="13786932"/>
            <a:ext cx="2673468" cy="707886"/>
          </a:xfrm>
          <a:prstGeom prst="rect">
            <a:avLst/>
          </a:prstGeom>
          <a:solidFill>
            <a:schemeClr val="bg1"/>
          </a:solidFill>
        </p:spPr>
        <p:txBody>
          <a:bodyPr wrap="square" rtlCol="0">
            <a:spAutoFit/>
          </a:bodyPr>
          <a:lstStyle/>
          <a:p>
            <a:pPr algn="ctr"/>
            <a:r>
              <a:rPr lang="en-US" sz="4000" dirty="0"/>
              <a:t>Male</a:t>
            </a:r>
          </a:p>
        </p:txBody>
      </p:sp>
      <p:sp>
        <p:nvSpPr>
          <p:cNvPr id="14" name="TextBox 13">
            <a:extLst>
              <a:ext uri="{FF2B5EF4-FFF2-40B4-BE49-F238E27FC236}">
                <a16:creationId xmlns:a16="http://schemas.microsoft.com/office/drawing/2014/main" id="{027B904D-601A-F26E-3BA9-28EF73B4766B}"/>
              </a:ext>
            </a:extLst>
          </p:cNvPr>
          <p:cNvSpPr txBox="1"/>
          <p:nvPr/>
        </p:nvSpPr>
        <p:spPr>
          <a:xfrm>
            <a:off x="18596213" y="16685555"/>
            <a:ext cx="3452373" cy="1323439"/>
          </a:xfrm>
          <a:prstGeom prst="rect">
            <a:avLst/>
          </a:prstGeom>
          <a:solidFill>
            <a:schemeClr val="bg1"/>
          </a:solidFill>
        </p:spPr>
        <p:txBody>
          <a:bodyPr wrap="square" rtlCol="0">
            <a:spAutoFit/>
          </a:bodyPr>
          <a:lstStyle/>
          <a:p>
            <a:pPr algn="ctr"/>
            <a:r>
              <a:rPr lang="en-US" sz="4000" dirty="0"/>
              <a:t>Cohen’s d</a:t>
            </a:r>
          </a:p>
          <a:p>
            <a:pPr algn="ctr"/>
            <a:r>
              <a:rPr lang="en-US" sz="4000" dirty="0"/>
              <a:t>(PSS – Non-PSS)</a:t>
            </a:r>
          </a:p>
        </p:txBody>
      </p:sp>
      <p:sp>
        <p:nvSpPr>
          <p:cNvPr id="17" name="TextBox 16">
            <a:extLst>
              <a:ext uri="{FF2B5EF4-FFF2-40B4-BE49-F238E27FC236}">
                <a16:creationId xmlns:a16="http://schemas.microsoft.com/office/drawing/2014/main" id="{772FDC7E-EA82-36FC-0F6C-4FA80312DC71}"/>
              </a:ext>
            </a:extLst>
          </p:cNvPr>
          <p:cNvSpPr txBox="1"/>
          <p:nvPr/>
        </p:nvSpPr>
        <p:spPr>
          <a:xfrm>
            <a:off x="35322482" y="7886969"/>
            <a:ext cx="7941885" cy="1446550"/>
          </a:xfrm>
          <a:prstGeom prst="rect">
            <a:avLst/>
          </a:prstGeom>
          <a:solidFill>
            <a:schemeClr val="accent5">
              <a:lumMod val="75000"/>
            </a:schemeClr>
          </a:solidFill>
        </p:spPr>
        <p:txBody>
          <a:bodyPr wrap="square" rtlCol="0">
            <a:spAutoFit/>
          </a:bodyPr>
          <a:lstStyle/>
          <a:p>
            <a:pPr algn="ctr"/>
            <a:r>
              <a:rPr lang="en-US" sz="4400" dirty="0">
                <a:solidFill>
                  <a:schemeClr val="bg1"/>
                </a:solidFill>
              </a:rPr>
              <a:t>LIMITATIONS &amp; FUTURE DIRECTIONS</a:t>
            </a:r>
          </a:p>
        </p:txBody>
      </p:sp>
      <p:sp>
        <p:nvSpPr>
          <p:cNvPr id="34" name="TextBox 33">
            <a:extLst>
              <a:ext uri="{FF2B5EF4-FFF2-40B4-BE49-F238E27FC236}">
                <a16:creationId xmlns:a16="http://schemas.microsoft.com/office/drawing/2014/main" id="{88B7C203-BE12-9506-A982-611B0F845C55}"/>
              </a:ext>
            </a:extLst>
          </p:cNvPr>
          <p:cNvSpPr txBox="1"/>
          <p:nvPr/>
        </p:nvSpPr>
        <p:spPr>
          <a:xfrm>
            <a:off x="8895168" y="16685555"/>
            <a:ext cx="2673468" cy="707886"/>
          </a:xfrm>
          <a:prstGeom prst="rect">
            <a:avLst/>
          </a:prstGeom>
          <a:solidFill>
            <a:schemeClr val="bg1"/>
          </a:solidFill>
        </p:spPr>
        <p:txBody>
          <a:bodyPr wrap="square" rtlCol="0">
            <a:spAutoFit/>
          </a:bodyPr>
          <a:lstStyle/>
          <a:p>
            <a:pPr algn="ctr"/>
            <a:r>
              <a:rPr lang="en-US" sz="4000" dirty="0"/>
              <a:t>Female</a:t>
            </a:r>
          </a:p>
        </p:txBody>
      </p:sp>
      <p:sp>
        <p:nvSpPr>
          <p:cNvPr id="35" name="TextBox 34">
            <a:extLst>
              <a:ext uri="{FF2B5EF4-FFF2-40B4-BE49-F238E27FC236}">
                <a16:creationId xmlns:a16="http://schemas.microsoft.com/office/drawing/2014/main" id="{E1673E68-028D-B710-9D07-3594CE31A650}"/>
              </a:ext>
            </a:extLst>
          </p:cNvPr>
          <p:cNvSpPr txBox="1"/>
          <p:nvPr/>
        </p:nvSpPr>
        <p:spPr>
          <a:xfrm>
            <a:off x="14178192" y="16723331"/>
            <a:ext cx="2673468" cy="707886"/>
          </a:xfrm>
          <a:prstGeom prst="rect">
            <a:avLst/>
          </a:prstGeom>
          <a:solidFill>
            <a:schemeClr val="bg1"/>
          </a:solidFill>
        </p:spPr>
        <p:txBody>
          <a:bodyPr wrap="square" rtlCol="0">
            <a:spAutoFit/>
          </a:bodyPr>
          <a:lstStyle/>
          <a:p>
            <a:pPr algn="ctr"/>
            <a:r>
              <a:rPr lang="en-US" sz="4000" dirty="0"/>
              <a:t>Male</a:t>
            </a:r>
          </a:p>
        </p:txBody>
      </p:sp>
      <p:sp>
        <p:nvSpPr>
          <p:cNvPr id="36" name="TextBox 35">
            <a:extLst>
              <a:ext uri="{FF2B5EF4-FFF2-40B4-BE49-F238E27FC236}">
                <a16:creationId xmlns:a16="http://schemas.microsoft.com/office/drawing/2014/main" id="{341EC4A6-97F3-305A-79B3-FBDAF0D354DA}"/>
              </a:ext>
            </a:extLst>
          </p:cNvPr>
          <p:cNvSpPr txBox="1"/>
          <p:nvPr/>
        </p:nvSpPr>
        <p:spPr>
          <a:xfrm>
            <a:off x="24999229" y="5539334"/>
            <a:ext cx="2673468" cy="707886"/>
          </a:xfrm>
          <a:prstGeom prst="rect">
            <a:avLst/>
          </a:prstGeom>
          <a:solidFill>
            <a:schemeClr val="bg1"/>
          </a:solidFill>
        </p:spPr>
        <p:txBody>
          <a:bodyPr wrap="square" rtlCol="0">
            <a:spAutoFit/>
          </a:bodyPr>
          <a:lstStyle/>
          <a:p>
            <a:pPr algn="ctr"/>
            <a:r>
              <a:rPr lang="en-US" sz="4000" dirty="0"/>
              <a:t>Female</a:t>
            </a:r>
          </a:p>
        </p:txBody>
      </p:sp>
      <p:sp>
        <p:nvSpPr>
          <p:cNvPr id="37" name="TextBox 36">
            <a:extLst>
              <a:ext uri="{FF2B5EF4-FFF2-40B4-BE49-F238E27FC236}">
                <a16:creationId xmlns:a16="http://schemas.microsoft.com/office/drawing/2014/main" id="{CEBCB099-DB68-431D-4530-D00660A899C7}"/>
              </a:ext>
            </a:extLst>
          </p:cNvPr>
          <p:cNvSpPr txBox="1"/>
          <p:nvPr/>
        </p:nvSpPr>
        <p:spPr>
          <a:xfrm>
            <a:off x="30821972" y="5597080"/>
            <a:ext cx="2673468" cy="707886"/>
          </a:xfrm>
          <a:prstGeom prst="rect">
            <a:avLst/>
          </a:prstGeom>
          <a:solidFill>
            <a:schemeClr val="bg1"/>
          </a:solidFill>
        </p:spPr>
        <p:txBody>
          <a:bodyPr wrap="square" rtlCol="0">
            <a:spAutoFit/>
          </a:bodyPr>
          <a:lstStyle/>
          <a:p>
            <a:pPr algn="ctr"/>
            <a:r>
              <a:rPr lang="en-US" sz="4000" dirty="0"/>
              <a:t>Male</a:t>
            </a:r>
          </a:p>
        </p:txBody>
      </p:sp>
      <p:sp>
        <p:nvSpPr>
          <p:cNvPr id="41" name="TextBox 40">
            <a:extLst>
              <a:ext uri="{FF2B5EF4-FFF2-40B4-BE49-F238E27FC236}">
                <a16:creationId xmlns:a16="http://schemas.microsoft.com/office/drawing/2014/main" id="{D557C6E0-6361-5297-425F-B819A3BB7AF0}"/>
              </a:ext>
            </a:extLst>
          </p:cNvPr>
          <p:cNvSpPr txBox="1"/>
          <p:nvPr/>
        </p:nvSpPr>
        <p:spPr>
          <a:xfrm>
            <a:off x="35352333" y="9393947"/>
            <a:ext cx="7882183" cy="5016758"/>
          </a:xfrm>
          <a:prstGeom prst="rect">
            <a:avLst/>
          </a:prstGeom>
          <a:noFill/>
        </p:spPr>
        <p:txBody>
          <a:bodyPr wrap="square">
            <a:spAutoFit/>
          </a:bodyPr>
          <a:lstStyle/>
          <a:p>
            <a:pPr marL="571500" lvl="0" indent="-571500">
              <a:buFont typeface="Arial" panose="020B0604020202020204" pitchFamily="34" charset="0"/>
              <a:buChar char="•"/>
            </a:pPr>
            <a:r>
              <a:rPr lang="en-CA" sz="4000" dirty="0">
                <a:effectLst/>
              </a:rPr>
              <a:t>Our analy</a:t>
            </a:r>
            <a:r>
              <a:rPr lang="en-CA" sz="4000" dirty="0"/>
              <a:t>ses are conducted on baseline data only; causality cannot be established</a:t>
            </a:r>
          </a:p>
          <a:p>
            <a:pPr marL="571500" indent="-571500">
              <a:buFont typeface="Arial" panose="020B0604020202020204" pitchFamily="34" charset="0"/>
              <a:buChar char="•"/>
            </a:pPr>
            <a:r>
              <a:rPr lang="en-CA" sz="4000" dirty="0"/>
              <a:t>Future research should aim to further explore the role of sex as a potential moderator in tract-level FA differences among youth with PSS.</a:t>
            </a:r>
          </a:p>
        </p:txBody>
      </p:sp>
      <p:sp>
        <p:nvSpPr>
          <p:cNvPr id="44" name="TextBox 43">
            <a:extLst>
              <a:ext uri="{FF2B5EF4-FFF2-40B4-BE49-F238E27FC236}">
                <a16:creationId xmlns:a16="http://schemas.microsoft.com/office/drawing/2014/main" id="{9BF45CFF-52AD-C9E6-9891-FA2A30980501}"/>
              </a:ext>
            </a:extLst>
          </p:cNvPr>
          <p:cNvSpPr txBox="1"/>
          <p:nvPr/>
        </p:nvSpPr>
        <p:spPr>
          <a:xfrm>
            <a:off x="7277707" y="22765083"/>
            <a:ext cx="14620865" cy="1938992"/>
          </a:xfrm>
          <a:prstGeom prst="rect">
            <a:avLst/>
          </a:prstGeom>
          <a:noFill/>
        </p:spPr>
        <p:txBody>
          <a:bodyPr wrap="square">
            <a:spAutoFit/>
          </a:bodyPr>
          <a:lstStyle/>
          <a:p>
            <a:r>
              <a:rPr lang="en-CA" sz="4000" dirty="0"/>
              <a:t>Figure 2. A visual summary of effect sizes across all tracts. PSS was associated with increased average FA in males (d=−0.12; t(223)=−0.93; p=0.355) but decreased in females (d=−0.08; t(404)=−0.80; p=0.421).</a:t>
            </a:r>
            <a:endParaRPr lang="en-US" dirty="0"/>
          </a:p>
        </p:txBody>
      </p:sp>
    </p:spTree>
    <p:extLst>
      <p:ext uri="{BB962C8B-B14F-4D97-AF65-F5344CB8AC3E}">
        <p14:creationId xmlns:p14="http://schemas.microsoft.com/office/powerpoint/2010/main" val="186424585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9396C57CDA88945B5D0132DED57DA85" ma:contentTypeVersion="16" ma:contentTypeDescription="Create a new document." ma:contentTypeScope="" ma:versionID="8cb94428ddb964aa39fd5081fd85a359">
  <xsd:schema xmlns:xsd="http://www.w3.org/2001/XMLSchema" xmlns:xs="http://www.w3.org/2001/XMLSchema" xmlns:p="http://schemas.microsoft.com/office/2006/metadata/properties" xmlns:ns2="418fe610-6b57-4b50-b38a-738f3e166893" xmlns:ns3="ca103225-a62e-4230-9930-fcf9387f87c1" targetNamespace="http://schemas.microsoft.com/office/2006/metadata/properties" ma:root="true" ma:fieldsID="bc2198be6ee6f256ff3dba163439db71" ns2:_="" ns3:_="">
    <xsd:import namespace="418fe610-6b57-4b50-b38a-738f3e166893"/>
    <xsd:import namespace="ca103225-a62e-4230-9930-fcf9387f87c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8fe610-6b57-4b50-b38a-738f3e1668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fe164b29-4069-4387-b6aa-f01f2a1f4743" ma:termSetId="09814cd3-568e-fe90-9814-8d621ff8fb84" ma:anchorId="fba54fb3-c3e1-fe81-a776-ca4b69148c4d" ma:open="true" ma:isKeyword="false">
      <xsd:complexType>
        <xsd:sequence>
          <xsd:element ref="pc:Terms" minOccurs="0" maxOccurs="1"/>
        </xsd:sequence>
      </xsd:complexType>
    </xsd:element>
    <xsd:element name="MediaServiceDateTaken" ma:index="23"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a103225-a62e-4230-9930-fcf9387f87c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87b598ca-6531-405a-872d-211d6d4ad273}" ma:internalName="TaxCatchAll" ma:showField="CatchAllData" ma:web="ca103225-a62e-4230-9930-fcf9387f87c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18fe610-6b57-4b50-b38a-738f3e166893">
      <Terms xmlns="http://schemas.microsoft.com/office/infopath/2007/PartnerControls"/>
    </lcf76f155ced4ddcb4097134ff3c332f>
    <TaxCatchAll xmlns="ca103225-a62e-4230-9930-fcf9387f87c1" xsi:nil="true"/>
  </documentManagement>
</p:properties>
</file>

<file path=customXml/itemProps1.xml><?xml version="1.0" encoding="utf-8"?>
<ds:datastoreItem xmlns:ds="http://schemas.openxmlformats.org/officeDocument/2006/customXml" ds:itemID="{35E4F7AF-27D9-46AB-A5AD-67D3195659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18fe610-6b57-4b50-b38a-738f3e166893"/>
    <ds:schemaRef ds:uri="ca103225-a62e-4230-9930-fcf9387f87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5CA9496-9C3C-49DA-A85B-E5DC035AF416}">
  <ds:schemaRefs>
    <ds:schemaRef ds:uri="http://schemas.microsoft.com/sharepoint/v3/contenttype/forms"/>
  </ds:schemaRefs>
</ds:datastoreItem>
</file>

<file path=customXml/itemProps3.xml><?xml version="1.0" encoding="utf-8"?>
<ds:datastoreItem xmlns:ds="http://schemas.openxmlformats.org/officeDocument/2006/customXml" ds:itemID="{6D4F3074-6681-41FB-A317-3589706BC237}">
  <ds:schemaRefs>
    <ds:schemaRef ds:uri="http://schemas.microsoft.com/office/2006/metadata/properties"/>
    <ds:schemaRef ds:uri="http://schemas.microsoft.com/office/infopath/2007/PartnerControls"/>
    <ds:schemaRef ds:uri="418fe610-6b57-4b50-b38a-738f3e166893"/>
    <ds:schemaRef ds:uri="ca103225-a62e-4230-9930-fcf9387f87c1"/>
  </ds:schemaRefs>
</ds:datastoreItem>
</file>

<file path=docMetadata/LabelInfo.xml><?xml version="1.0" encoding="utf-8"?>
<clbl:labelList xmlns:clbl="http://schemas.microsoft.com/office/2020/mipLabelMetadata">
  <clbl:label id="{b5800720-658a-40d8-bbcc-3cc17c0117d7}" enabled="1" method="Standard" siteId="{78aac226-2f03-4b4d-9037-b46d56c55210}" contentBits="0" removed="0"/>
</clbl:labelList>
</file>

<file path=docProps/app.xml><?xml version="1.0" encoding="utf-8"?>
<Properties xmlns="http://schemas.openxmlformats.org/officeDocument/2006/extended-properties" xmlns:vt="http://schemas.openxmlformats.org/officeDocument/2006/docPropsVTypes">
  <Template>Office Theme</Template>
  <TotalTime>2746</TotalTime>
  <Words>558</Words>
  <Application>Microsoft Macintosh PowerPoint</Application>
  <PresentationFormat>Custom</PresentationFormat>
  <Paragraphs>42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Calibri Light</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Ergi Duli</dc:creator>
  <cp:keywords/>
  <dc:description/>
  <cp:lastModifiedBy>Kelei Xiao</cp:lastModifiedBy>
  <cp:revision>131</cp:revision>
  <dcterms:created xsi:type="dcterms:W3CDTF">2021-02-15T00:02:03Z</dcterms:created>
  <dcterms:modified xsi:type="dcterms:W3CDTF">2026-08-06T18:56:45Z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0x01010099396C57CDA88945B5D0132DED57DA85</vt:lpwstr>
  </property>
</Properties>
</file>